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5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D2F3AF-DAC1-1505-E24F-4726E5057155}" v="994" dt="2026-01-04T19:26:36.5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4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4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13B729-A7E1-4B62-AF36-943652EBFC8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34689A7-74A3-4A1B-9942-26056BFC2AC7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Bachelor degree in informatics (University of Strasbourg ) - parcours CMI</a:t>
          </a:r>
          <a:endParaRPr lang="en-US"/>
        </a:p>
      </dgm:t>
    </dgm:pt>
    <dgm:pt modelId="{2B6EF614-38BB-47E4-96BF-B6FBAF84E6D4}" type="parTrans" cxnId="{83114030-6BBA-49B7-990D-2CA022457AED}">
      <dgm:prSet/>
      <dgm:spPr/>
      <dgm:t>
        <a:bodyPr/>
        <a:lstStyle/>
        <a:p>
          <a:endParaRPr lang="en-US"/>
        </a:p>
      </dgm:t>
    </dgm:pt>
    <dgm:pt modelId="{28C3995D-04D5-4E6D-AB43-220EF17DBA70}" type="sibTrans" cxnId="{83114030-6BBA-49B7-990D-2CA022457AED}">
      <dgm:prSet/>
      <dgm:spPr/>
      <dgm:t>
        <a:bodyPr/>
        <a:lstStyle/>
        <a:p>
          <a:endParaRPr lang="en-US"/>
        </a:p>
      </dgm:t>
    </dgm:pt>
    <dgm:pt modelId="{1DB8BB0F-2F46-4466-8AA3-021DA5AA61A8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Engineering student (M1) -  Architecture, Systems &amp; Networks</a:t>
          </a:r>
          <a:endParaRPr lang="en-US"/>
        </a:p>
      </dgm:t>
    </dgm:pt>
    <dgm:pt modelId="{36B454C7-9B20-4993-AB81-919108E93939}" type="parTrans" cxnId="{72ADE0CB-8B42-4853-B532-6BD27C1EE27F}">
      <dgm:prSet/>
      <dgm:spPr/>
      <dgm:t>
        <a:bodyPr/>
        <a:lstStyle/>
        <a:p>
          <a:endParaRPr lang="en-US"/>
        </a:p>
      </dgm:t>
    </dgm:pt>
    <dgm:pt modelId="{03BD9E76-84BF-4B90-9F9A-8EF54EB8CC63}" type="sibTrans" cxnId="{72ADE0CB-8B42-4853-B532-6BD27C1EE27F}">
      <dgm:prSet/>
      <dgm:spPr/>
      <dgm:t>
        <a:bodyPr/>
        <a:lstStyle/>
        <a:p>
          <a:endParaRPr lang="en-US"/>
        </a:p>
      </dgm:t>
    </dgm:pt>
    <dgm:pt modelId="{4884A047-3BD4-4AF9-9963-DDD2F5E6E5E2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Target specialization (M2) :  Infrastructure, Big Data &amp; IoT</a:t>
          </a:r>
          <a:endParaRPr lang="en-US"/>
        </a:p>
      </dgm:t>
    </dgm:pt>
    <dgm:pt modelId="{A015A514-A851-4C51-9A32-BEB32EB6B6DC}" type="parTrans" cxnId="{E7719E26-E87F-453E-A305-42D49933A0C9}">
      <dgm:prSet/>
      <dgm:spPr/>
      <dgm:t>
        <a:bodyPr/>
        <a:lstStyle/>
        <a:p>
          <a:endParaRPr lang="en-US"/>
        </a:p>
      </dgm:t>
    </dgm:pt>
    <dgm:pt modelId="{7656821B-0732-425C-B3B1-8AA3DF01523A}" type="sibTrans" cxnId="{E7719E26-E87F-453E-A305-42D49933A0C9}">
      <dgm:prSet/>
      <dgm:spPr/>
      <dgm:t>
        <a:bodyPr/>
        <a:lstStyle/>
        <a:p>
          <a:endParaRPr lang="en-US"/>
        </a:p>
      </dgm:t>
    </dgm:pt>
    <dgm:pt modelId="{02E8AD30-5A7E-4856-A256-16BBE447CA20}" type="pres">
      <dgm:prSet presAssocID="{9813B729-A7E1-4B62-AF36-943652EBFC8E}" presName="root" presStyleCnt="0">
        <dgm:presLayoutVars>
          <dgm:dir/>
          <dgm:resizeHandles val="exact"/>
        </dgm:presLayoutVars>
      </dgm:prSet>
      <dgm:spPr/>
    </dgm:pt>
    <dgm:pt modelId="{00241B0E-2D79-463D-B680-BB511B7C4BEB}" type="pres">
      <dgm:prSet presAssocID="{234689A7-74A3-4A1B-9942-26056BFC2AC7}" presName="compNode" presStyleCnt="0"/>
      <dgm:spPr/>
    </dgm:pt>
    <dgm:pt modelId="{F66D3622-C371-4819-8207-D98FC9ED5F34}" type="pres">
      <dgm:prSet presAssocID="{234689A7-74A3-4A1B-9942-26056BFC2AC7}" presName="bgRect" presStyleLbl="bgShp" presStyleIdx="0" presStyleCnt="3"/>
      <dgm:spPr/>
    </dgm:pt>
    <dgm:pt modelId="{C9150BF8-F321-4646-B91C-F19E175911FE}" type="pres">
      <dgm:prSet presAssocID="{234689A7-74A3-4A1B-9942-26056BFC2AC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C894379C-AF6B-428E-A173-0C8D9C3A5C77}" type="pres">
      <dgm:prSet presAssocID="{234689A7-74A3-4A1B-9942-26056BFC2AC7}" presName="spaceRect" presStyleCnt="0"/>
      <dgm:spPr/>
    </dgm:pt>
    <dgm:pt modelId="{44B5A9C9-4DD0-4D87-A58B-CACEDAC814E3}" type="pres">
      <dgm:prSet presAssocID="{234689A7-74A3-4A1B-9942-26056BFC2AC7}" presName="parTx" presStyleLbl="revTx" presStyleIdx="0" presStyleCnt="3">
        <dgm:presLayoutVars>
          <dgm:chMax val="0"/>
          <dgm:chPref val="0"/>
        </dgm:presLayoutVars>
      </dgm:prSet>
      <dgm:spPr/>
    </dgm:pt>
    <dgm:pt modelId="{B063C4C4-18F4-480A-9721-DB897AC55E57}" type="pres">
      <dgm:prSet presAssocID="{28C3995D-04D5-4E6D-AB43-220EF17DBA70}" presName="sibTrans" presStyleCnt="0"/>
      <dgm:spPr/>
    </dgm:pt>
    <dgm:pt modelId="{9FB7FA78-A0CD-44DC-A395-2016FB126636}" type="pres">
      <dgm:prSet presAssocID="{1DB8BB0F-2F46-4466-8AA3-021DA5AA61A8}" presName="compNode" presStyleCnt="0"/>
      <dgm:spPr/>
    </dgm:pt>
    <dgm:pt modelId="{B737B686-8F0A-470E-B7FF-C938592A10F9}" type="pres">
      <dgm:prSet presAssocID="{1DB8BB0F-2F46-4466-8AA3-021DA5AA61A8}" presName="bgRect" presStyleLbl="bgShp" presStyleIdx="1" presStyleCnt="3"/>
      <dgm:spPr/>
    </dgm:pt>
    <dgm:pt modelId="{6052A98F-D760-4E3D-9DD9-C0C1145EB33C}" type="pres">
      <dgm:prSet presAssocID="{1DB8BB0F-2F46-4466-8AA3-021DA5AA61A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eur"/>
        </a:ext>
      </dgm:extLst>
    </dgm:pt>
    <dgm:pt modelId="{2E05E9C5-02E8-44B3-B1AD-6009257FE237}" type="pres">
      <dgm:prSet presAssocID="{1DB8BB0F-2F46-4466-8AA3-021DA5AA61A8}" presName="spaceRect" presStyleCnt="0"/>
      <dgm:spPr/>
    </dgm:pt>
    <dgm:pt modelId="{963CBAFB-9A15-4B82-9B7B-79CB2D619CE5}" type="pres">
      <dgm:prSet presAssocID="{1DB8BB0F-2F46-4466-8AA3-021DA5AA61A8}" presName="parTx" presStyleLbl="revTx" presStyleIdx="1" presStyleCnt="3">
        <dgm:presLayoutVars>
          <dgm:chMax val="0"/>
          <dgm:chPref val="0"/>
        </dgm:presLayoutVars>
      </dgm:prSet>
      <dgm:spPr/>
    </dgm:pt>
    <dgm:pt modelId="{4A10EAC2-24C2-46D6-8022-E1133D4E5574}" type="pres">
      <dgm:prSet presAssocID="{03BD9E76-84BF-4B90-9F9A-8EF54EB8CC63}" presName="sibTrans" presStyleCnt="0"/>
      <dgm:spPr/>
    </dgm:pt>
    <dgm:pt modelId="{2E88D32B-4233-4EDC-90E8-20D123F49FC6}" type="pres">
      <dgm:prSet presAssocID="{4884A047-3BD4-4AF9-9963-DDD2F5E6E5E2}" presName="compNode" presStyleCnt="0"/>
      <dgm:spPr/>
    </dgm:pt>
    <dgm:pt modelId="{0E90CCA3-0F81-463D-88AF-CB9641362DA7}" type="pres">
      <dgm:prSet presAssocID="{4884A047-3BD4-4AF9-9963-DDD2F5E6E5E2}" presName="bgRect" presStyleLbl="bgShp" presStyleIdx="2" presStyleCnt="3"/>
      <dgm:spPr/>
    </dgm:pt>
    <dgm:pt modelId="{09FC5B36-97CB-4D44-8A3F-81559AF95930}" type="pres">
      <dgm:prSet presAssocID="{4884A047-3BD4-4AF9-9963-DDD2F5E6E5E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E88F9E44-56B7-4CE3-94B4-CB3282E7C9BC}" type="pres">
      <dgm:prSet presAssocID="{4884A047-3BD4-4AF9-9963-DDD2F5E6E5E2}" presName="spaceRect" presStyleCnt="0"/>
      <dgm:spPr/>
    </dgm:pt>
    <dgm:pt modelId="{31D8F8D1-CCF1-4D4C-9EFF-70ADBA8DCCFD}" type="pres">
      <dgm:prSet presAssocID="{4884A047-3BD4-4AF9-9963-DDD2F5E6E5E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7719E26-E87F-453E-A305-42D49933A0C9}" srcId="{9813B729-A7E1-4B62-AF36-943652EBFC8E}" destId="{4884A047-3BD4-4AF9-9963-DDD2F5E6E5E2}" srcOrd="2" destOrd="0" parTransId="{A015A514-A851-4C51-9A32-BEB32EB6B6DC}" sibTransId="{7656821B-0732-425C-B3B1-8AA3DF01523A}"/>
    <dgm:cxn modelId="{83114030-6BBA-49B7-990D-2CA022457AED}" srcId="{9813B729-A7E1-4B62-AF36-943652EBFC8E}" destId="{234689A7-74A3-4A1B-9942-26056BFC2AC7}" srcOrd="0" destOrd="0" parTransId="{2B6EF614-38BB-47E4-96BF-B6FBAF84E6D4}" sibTransId="{28C3995D-04D5-4E6D-AB43-220EF17DBA70}"/>
    <dgm:cxn modelId="{7FC7D145-FF47-464E-9F0F-2CD20E5AB842}" type="presOf" srcId="{9813B729-A7E1-4B62-AF36-943652EBFC8E}" destId="{02E8AD30-5A7E-4856-A256-16BBE447CA20}" srcOrd="0" destOrd="0" presId="urn:microsoft.com/office/officeart/2018/2/layout/IconVerticalSolidList"/>
    <dgm:cxn modelId="{A3CA445A-4733-4129-91BE-987A4651FE1C}" type="presOf" srcId="{1DB8BB0F-2F46-4466-8AA3-021DA5AA61A8}" destId="{963CBAFB-9A15-4B82-9B7B-79CB2D619CE5}" srcOrd="0" destOrd="0" presId="urn:microsoft.com/office/officeart/2018/2/layout/IconVerticalSolidList"/>
    <dgm:cxn modelId="{0F853EC9-601D-4DA1-9671-A6F060B8FEFD}" type="presOf" srcId="{4884A047-3BD4-4AF9-9963-DDD2F5E6E5E2}" destId="{31D8F8D1-CCF1-4D4C-9EFF-70ADBA8DCCFD}" srcOrd="0" destOrd="0" presId="urn:microsoft.com/office/officeart/2018/2/layout/IconVerticalSolidList"/>
    <dgm:cxn modelId="{72ADE0CB-8B42-4853-B532-6BD27C1EE27F}" srcId="{9813B729-A7E1-4B62-AF36-943652EBFC8E}" destId="{1DB8BB0F-2F46-4466-8AA3-021DA5AA61A8}" srcOrd="1" destOrd="0" parTransId="{36B454C7-9B20-4993-AB81-919108E93939}" sibTransId="{03BD9E76-84BF-4B90-9F9A-8EF54EB8CC63}"/>
    <dgm:cxn modelId="{B5A735D5-DB6A-43A7-A8E5-A7CE192F1C47}" type="presOf" srcId="{234689A7-74A3-4A1B-9942-26056BFC2AC7}" destId="{44B5A9C9-4DD0-4D87-A58B-CACEDAC814E3}" srcOrd="0" destOrd="0" presId="urn:microsoft.com/office/officeart/2018/2/layout/IconVerticalSolidList"/>
    <dgm:cxn modelId="{E37FDEA8-2B1F-4D8E-ACB9-5E6038A2FF3A}" type="presParOf" srcId="{02E8AD30-5A7E-4856-A256-16BBE447CA20}" destId="{00241B0E-2D79-463D-B680-BB511B7C4BEB}" srcOrd="0" destOrd="0" presId="urn:microsoft.com/office/officeart/2018/2/layout/IconVerticalSolidList"/>
    <dgm:cxn modelId="{3454EFC1-972A-44D9-A9B6-46757774EA7A}" type="presParOf" srcId="{00241B0E-2D79-463D-B680-BB511B7C4BEB}" destId="{F66D3622-C371-4819-8207-D98FC9ED5F34}" srcOrd="0" destOrd="0" presId="urn:microsoft.com/office/officeart/2018/2/layout/IconVerticalSolidList"/>
    <dgm:cxn modelId="{EB35C615-659B-4D36-A60E-9EB4EAE7B3E6}" type="presParOf" srcId="{00241B0E-2D79-463D-B680-BB511B7C4BEB}" destId="{C9150BF8-F321-4646-B91C-F19E175911FE}" srcOrd="1" destOrd="0" presId="urn:microsoft.com/office/officeart/2018/2/layout/IconVerticalSolidList"/>
    <dgm:cxn modelId="{20294CCC-E5BA-4551-BAF8-51B1003931CD}" type="presParOf" srcId="{00241B0E-2D79-463D-B680-BB511B7C4BEB}" destId="{C894379C-AF6B-428E-A173-0C8D9C3A5C77}" srcOrd="2" destOrd="0" presId="urn:microsoft.com/office/officeart/2018/2/layout/IconVerticalSolidList"/>
    <dgm:cxn modelId="{21C297F3-95CD-45F9-8DBE-1EA5EEA7ED20}" type="presParOf" srcId="{00241B0E-2D79-463D-B680-BB511B7C4BEB}" destId="{44B5A9C9-4DD0-4D87-A58B-CACEDAC814E3}" srcOrd="3" destOrd="0" presId="urn:microsoft.com/office/officeart/2018/2/layout/IconVerticalSolidList"/>
    <dgm:cxn modelId="{B3EF601F-C9CF-4B35-B9E9-36458622FEC9}" type="presParOf" srcId="{02E8AD30-5A7E-4856-A256-16BBE447CA20}" destId="{B063C4C4-18F4-480A-9721-DB897AC55E57}" srcOrd="1" destOrd="0" presId="urn:microsoft.com/office/officeart/2018/2/layout/IconVerticalSolidList"/>
    <dgm:cxn modelId="{7C14110F-9358-4042-8AFA-31C740CE56AF}" type="presParOf" srcId="{02E8AD30-5A7E-4856-A256-16BBE447CA20}" destId="{9FB7FA78-A0CD-44DC-A395-2016FB126636}" srcOrd="2" destOrd="0" presId="urn:microsoft.com/office/officeart/2018/2/layout/IconVerticalSolidList"/>
    <dgm:cxn modelId="{6FCA0290-1A28-4DB5-98EB-5D2BA146D109}" type="presParOf" srcId="{9FB7FA78-A0CD-44DC-A395-2016FB126636}" destId="{B737B686-8F0A-470E-B7FF-C938592A10F9}" srcOrd="0" destOrd="0" presId="urn:microsoft.com/office/officeart/2018/2/layout/IconVerticalSolidList"/>
    <dgm:cxn modelId="{FC8AF381-6C72-489F-B1EF-216253D66300}" type="presParOf" srcId="{9FB7FA78-A0CD-44DC-A395-2016FB126636}" destId="{6052A98F-D760-4E3D-9DD9-C0C1145EB33C}" srcOrd="1" destOrd="0" presId="urn:microsoft.com/office/officeart/2018/2/layout/IconVerticalSolidList"/>
    <dgm:cxn modelId="{EF2979CC-B81D-44C0-A47D-E60CC6509244}" type="presParOf" srcId="{9FB7FA78-A0CD-44DC-A395-2016FB126636}" destId="{2E05E9C5-02E8-44B3-B1AD-6009257FE237}" srcOrd="2" destOrd="0" presId="urn:microsoft.com/office/officeart/2018/2/layout/IconVerticalSolidList"/>
    <dgm:cxn modelId="{03800243-2832-4416-9845-E0A50DD9FABC}" type="presParOf" srcId="{9FB7FA78-A0CD-44DC-A395-2016FB126636}" destId="{963CBAFB-9A15-4B82-9B7B-79CB2D619CE5}" srcOrd="3" destOrd="0" presId="urn:microsoft.com/office/officeart/2018/2/layout/IconVerticalSolidList"/>
    <dgm:cxn modelId="{6ECDBB96-2C29-4BA3-AFDF-ADE72538EB33}" type="presParOf" srcId="{02E8AD30-5A7E-4856-A256-16BBE447CA20}" destId="{4A10EAC2-24C2-46D6-8022-E1133D4E5574}" srcOrd="3" destOrd="0" presId="urn:microsoft.com/office/officeart/2018/2/layout/IconVerticalSolidList"/>
    <dgm:cxn modelId="{3DFD94ED-E619-4DCA-A0FB-F04006D73D97}" type="presParOf" srcId="{02E8AD30-5A7E-4856-A256-16BBE447CA20}" destId="{2E88D32B-4233-4EDC-90E8-20D123F49FC6}" srcOrd="4" destOrd="0" presId="urn:microsoft.com/office/officeart/2018/2/layout/IconVerticalSolidList"/>
    <dgm:cxn modelId="{6C37B092-E566-46C2-9039-522F9BB0A9CC}" type="presParOf" srcId="{2E88D32B-4233-4EDC-90E8-20D123F49FC6}" destId="{0E90CCA3-0F81-463D-88AF-CB9641362DA7}" srcOrd="0" destOrd="0" presId="urn:microsoft.com/office/officeart/2018/2/layout/IconVerticalSolidList"/>
    <dgm:cxn modelId="{5629B7A4-66AF-4F9F-A680-775690D6B8D2}" type="presParOf" srcId="{2E88D32B-4233-4EDC-90E8-20D123F49FC6}" destId="{09FC5B36-97CB-4D44-8A3F-81559AF95930}" srcOrd="1" destOrd="0" presId="urn:microsoft.com/office/officeart/2018/2/layout/IconVerticalSolidList"/>
    <dgm:cxn modelId="{9EF92379-A45C-4637-AF90-B22DB91E63E8}" type="presParOf" srcId="{2E88D32B-4233-4EDC-90E8-20D123F49FC6}" destId="{E88F9E44-56B7-4CE3-94B4-CB3282E7C9BC}" srcOrd="2" destOrd="0" presId="urn:microsoft.com/office/officeart/2018/2/layout/IconVerticalSolidList"/>
    <dgm:cxn modelId="{FC3D82D7-C29C-4432-B27D-C431D67F8657}" type="presParOf" srcId="{2E88D32B-4233-4EDC-90E8-20D123F49FC6}" destId="{31D8F8D1-CCF1-4D4C-9EFF-70ADBA8DCCF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229EECD-2E24-4DDC-971B-96CEF35CFBE1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A0BF970-36A5-4FE3-B6D2-A74D933465DC}">
      <dgm:prSet/>
      <dgm:spPr/>
      <dgm:t>
        <a:bodyPr/>
        <a:lstStyle/>
        <a:p>
          <a:r>
            <a:rPr lang="fr-FR" b="0" dirty="0" err="1"/>
            <a:t>Industry</a:t>
          </a:r>
          <a:r>
            <a:rPr lang="fr-FR" b="0" dirty="0"/>
            <a:t> </a:t>
          </a:r>
          <a:r>
            <a:rPr lang="fr-FR" b="0" dirty="0" err="1"/>
            <a:t>Engineer</a:t>
          </a:r>
          <a:r>
            <a:rPr lang="fr-FR" b="0" dirty="0"/>
            <a:t> + </a:t>
          </a:r>
          <a:r>
            <a:rPr lang="fr-FR" b="0" dirty="0" err="1"/>
            <a:t>External</a:t>
          </a:r>
          <a:r>
            <a:rPr lang="fr-FR" b="0" dirty="0"/>
            <a:t> </a:t>
          </a:r>
          <a:r>
            <a:rPr lang="fr-FR" b="0" dirty="0" err="1"/>
            <a:t>Lecturer</a:t>
          </a:r>
          <a:r>
            <a:rPr lang="fr-FR" b="0" dirty="0"/>
            <a:t> at a </a:t>
          </a:r>
          <a:r>
            <a:rPr lang="fr-FR" b="0" dirty="0" err="1"/>
            <a:t>University</a:t>
          </a:r>
          <a:endParaRPr lang="en-US" b="0" dirty="0" err="1"/>
        </a:p>
      </dgm:t>
    </dgm:pt>
    <dgm:pt modelId="{CAE150A9-2929-4205-A0C1-5148D6413F21}" type="parTrans" cxnId="{D10AD284-767C-4693-8ADF-2D45C0B396CE}">
      <dgm:prSet/>
      <dgm:spPr/>
      <dgm:t>
        <a:bodyPr/>
        <a:lstStyle/>
        <a:p>
          <a:endParaRPr lang="en-US"/>
        </a:p>
      </dgm:t>
    </dgm:pt>
    <dgm:pt modelId="{26A9119C-AEA2-4F38-8BD9-54C5F09C3721}" type="sibTrans" cxnId="{D10AD284-767C-4693-8ADF-2D45C0B396CE}">
      <dgm:prSet/>
      <dgm:spPr/>
      <dgm:t>
        <a:bodyPr/>
        <a:lstStyle/>
        <a:p>
          <a:endParaRPr lang="en-US"/>
        </a:p>
      </dgm:t>
    </dgm:pt>
    <dgm:pt modelId="{1DF7DB0E-824C-4207-BF28-C6ECBC3D353C}">
      <dgm:prSet phldr="0"/>
      <dgm:spPr/>
      <dgm:t>
        <a:bodyPr/>
        <a:lstStyle/>
        <a:p>
          <a:r>
            <a:rPr lang="fr-FR" sz="1100" dirty="0">
              <a:latin typeface="Calibri"/>
              <a:ea typeface="Calibri"/>
              <a:cs typeface="Calibri"/>
            </a:rPr>
            <a:t>Academic </a:t>
          </a:r>
          <a:r>
            <a:rPr lang="fr-FR" sz="1100" dirty="0" err="1">
              <a:latin typeface="Calibri"/>
              <a:ea typeface="Calibri"/>
              <a:cs typeface="Calibri"/>
            </a:rPr>
            <a:t>Researcher</a:t>
          </a:r>
          <a:r>
            <a:rPr lang="fr-FR" sz="1100" dirty="0">
              <a:latin typeface="Calibri"/>
              <a:ea typeface="Calibri"/>
              <a:cs typeface="Calibri"/>
            </a:rPr>
            <a:t> / Enseignant-Chercheur</a:t>
          </a:r>
          <a:endParaRPr lang="fr-FR" dirty="0">
            <a:latin typeface="Sabon Next LT"/>
          </a:endParaRPr>
        </a:p>
      </dgm:t>
    </dgm:pt>
    <dgm:pt modelId="{FF5E2784-115C-47B0-BB9C-C74FA778E878}" type="parTrans" cxnId="{E624D092-FA4D-4C9E-8829-930BF834467B}">
      <dgm:prSet/>
      <dgm:spPr/>
    </dgm:pt>
    <dgm:pt modelId="{757E27DA-41AF-4B13-8C14-95AEB70B0CE2}" type="sibTrans" cxnId="{E624D092-FA4D-4C9E-8829-930BF834467B}">
      <dgm:prSet/>
      <dgm:spPr/>
    </dgm:pt>
    <dgm:pt modelId="{C8CF86D5-D9EA-4B74-A607-5319D0E800DC}">
      <dgm:prSet phldr="0"/>
      <dgm:spPr/>
      <dgm:t>
        <a:bodyPr/>
        <a:lstStyle/>
        <a:p>
          <a:pPr rtl="0"/>
          <a:r>
            <a:rPr lang="fr-FR" sz="1100" b="0" dirty="0">
              <a:latin typeface="Calibri"/>
              <a:ea typeface="Calibri"/>
              <a:cs typeface="Calibri"/>
            </a:rPr>
            <a:t>R&amp;D </a:t>
          </a:r>
          <a:r>
            <a:rPr lang="fr-FR" sz="1100" b="0" dirty="0" err="1">
              <a:latin typeface="Calibri"/>
              <a:ea typeface="Calibri"/>
              <a:cs typeface="Calibri"/>
            </a:rPr>
            <a:t>Engineer</a:t>
          </a:r>
          <a:r>
            <a:rPr lang="fr-FR" sz="1100" b="0" dirty="0">
              <a:latin typeface="Calibri"/>
              <a:ea typeface="Calibri"/>
              <a:cs typeface="Calibri"/>
            </a:rPr>
            <a:t> (</a:t>
          </a:r>
          <a:r>
            <a:rPr lang="fr-FR" sz="1100" b="0" dirty="0" err="1">
              <a:latin typeface="Calibri"/>
              <a:ea typeface="Calibri"/>
              <a:cs typeface="Calibri"/>
            </a:rPr>
            <a:t>Research</a:t>
          </a:r>
          <a:r>
            <a:rPr lang="fr-FR" sz="1100" b="0" dirty="0">
              <a:latin typeface="Calibri"/>
              <a:ea typeface="Calibri"/>
              <a:cs typeface="Calibri"/>
            </a:rPr>
            <a:t> &amp; </a:t>
          </a:r>
          <a:r>
            <a:rPr lang="fr-FR" sz="1100" b="0" dirty="0" err="1">
              <a:latin typeface="Calibri"/>
              <a:ea typeface="Calibri"/>
              <a:cs typeface="Calibri"/>
            </a:rPr>
            <a:t>Development</a:t>
          </a:r>
          <a:r>
            <a:rPr lang="fr-FR" sz="1100" b="0" dirty="0">
              <a:latin typeface="Calibri"/>
              <a:ea typeface="Calibri"/>
              <a:cs typeface="Calibri"/>
            </a:rPr>
            <a:t> </a:t>
          </a:r>
          <a:r>
            <a:rPr lang="fr-FR" sz="1100" b="0" dirty="0" err="1">
              <a:latin typeface="Calibri"/>
              <a:ea typeface="Calibri"/>
              <a:cs typeface="Calibri"/>
            </a:rPr>
            <a:t>Engineer</a:t>
          </a:r>
          <a:r>
            <a:rPr lang="fr-FR" sz="1100" b="0" dirty="0">
              <a:latin typeface="Calibri"/>
              <a:ea typeface="Calibri"/>
              <a:cs typeface="Calibri"/>
            </a:rPr>
            <a:t>)</a:t>
          </a:r>
        </a:p>
      </dgm:t>
    </dgm:pt>
    <dgm:pt modelId="{36666240-45C9-482D-8A9C-2EC38BD50954}" type="parTrans" cxnId="{BBF4DA5F-51A1-4F3F-BC95-D5BDB0E6B552}">
      <dgm:prSet/>
      <dgm:spPr/>
    </dgm:pt>
    <dgm:pt modelId="{874650A3-A272-4E55-BAB6-B70C1ADD2F38}" type="sibTrans" cxnId="{BBF4DA5F-51A1-4F3F-BC95-D5BDB0E6B552}">
      <dgm:prSet/>
      <dgm:spPr/>
    </dgm:pt>
    <dgm:pt modelId="{37D36146-0DB4-49FC-8A5B-BD9FC39E1670}" type="pres">
      <dgm:prSet presAssocID="{6229EECD-2E24-4DDC-971B-96CEF35CFBE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7389ECD-8D24-44BB-A8C1-54859AE684F2}" type="pres">
      <dgm:prSet presAssocID="{1DF7DB0E-824C-4207-BF28-C6ECBC3D353C}" presName="hierRoot1" presStyleCnt="0"/>
      <dgm:spPr/>
    </dgm:pt>
    <dgm:pt modelId="{E4945A96-FC98-4859-96B4-4A356DA75125}" type="pres">
      <dgm:prSet presAssocID="{1DF7DB0E-824C-4207-BF28-C6ECBC3D353C}" presName="composite" presStyleCnt="0"/>
      <dgm:spPr/>
    </dgm:pt>
    <dgm:pt modelId="{4B392646-42F5-4BF1-9782-7365EBCFC4E2}" type="pres">
      <dgm:prSet presAssocID="{1DF7DB0E-824C-4207-BF28-C6ECBC3D353C}" presName="background" presStyleLbl="node0" presStyleIdx="0" presStyleCnt="3"/>
      <dgm:spPr/>
    </dgm:pt>
    <dgm:pt modelId="{4DF14634-3CF1-48B7-BC19-A7FC1AFA35F9}" type="pres">
      <dgm:prSet presAssocID="{1DF7DB0E-824C-4207-BF28-C6ECBC3D353C}" presName="text" presStyleLbl="fgAcc0" presStyleIdx="0" presStyleCnt="3">
        <dgm:presLayoutVars>
          <dgm:chPref val="3"/>
        </dgm:presLayoutVars>
      </dgm:prSet>
      <dgm:spPr/>
    </dgm:pt>
    <dgm:pt modelId="{675E483A-7F87-4674-B280-ECA07BF19388}" type="pres">
      <dgm:prSet presAssocID="{1DF7DB0E-824C-4207-BF28-C6ECBC3D353C}" presName="hierChild2" presStyleCnt="0"/>
      <dgm:spPr/>
    </dgm:pt>
    <dgm:pt modelId="{F41CDB53-509A-4DA9-8BFA-886573260536}" type="pres">
      <dgm:prSet presAssocID="{C8CF86D5-D9EA-4B74-A607-5319D0E800DC}" presName="hierRoot1" presStyleCnt="0"/>
      <dgm:spPr/>
    </dgm:pt>
    <dgm:pt modelId="{E90BEE24-A9DC-4EF6-B8C9-4EEBCCF3C16F}" type="pres">
      <dgm:prSet presAssocID="{C8CF86D5-D9EA-4B74-A607-5319D0E800DC}" presName="composite" presStyleCnt="0"/>
      <dgm:spPr/>
    </dgm:pt>
    <dgm:pt modelId="{FD3F3087-BFDE-45A4-9E66-DBDCDA6D32CA}" type="pres">
      <dgm:prSet presAssocID="{C8CF86D5-D9EA-4B74-A607-5319D0E800DC}" presName="background" presStyleLbl="node0" presStyleIdx="1" presStyleCnt="3"/>
      <dgm:spPr/>
    </dgm:pt>
    <dgm:pt modelId="{DD0AC4B6-D03A-40C3-A09B-606C4D9EA19A}" type="pres">
      <dgm:prSet presAssocID="{C8CF86D5-D9EA-4B74-A607-5319D0E800DC}" presName="text" presStyleLbl="fgAcc0" presStyleIdx="1" presStyleCnt="3">
        <dgm:presLayoutVars>
          <dgm:chPref val="3"/>
        </dgm:presLayoutVars>
      </dgm:prSet>
      <dgm:spPr/>
    </dgm:pt>
    <dgm:pt modelId="{579B12D0-2717-4FF8-AB9F-AB518FBA884C}" type="pres">
      <dgm:prSet presAssocID="{C8CF86D5-D9EA-4B74-A607-5319D0E800DC}" presName="hierChild2" presStyleCnt="0"/>
      <dgm:spPr/>
    </dgm:pt>
    <dgm:pt modelId="{98B17833-A1CE-4637-94BB-42E13FA87295}" type="pres">
      <dgm:prSet presAssocID="{6A0BF970-36A5-4FE3-B6D2-A74D933465DC}" presName="hierRoot1" presStyleCnt="0"/>
      <dgm:spPr/>
    </dgm:pt>
    <dgm:pt modelId="{6F0933A2-47DB-4E35-ACD2-BC0002AE8B2B}" type="pres">
      <dgm:prSet presAssocID="{6A0BF970-36A5-4FE3-B6D2-A74D933465DC}" presName="composite" presStyleCnt="0"/>
      <dgm:spPr/>
    </dgm:pt>
    <dgm:pt modelId="{105F0E1A-6A3B-46D1-83ED-039036DB1D5F}" type="pres">
      <dgm:prSet presAssocID="{6A0BF970-36A5-4FE3-B6D2-A74D933465DC}" presName="background" presStyleLbl="node0" presStyleIdx="2" presStyleCnt="3"/>
      <dgm:spPr/>
    </dgm:pt>
    <dgm:pt modelId="{8F630494-43A1-4BA9-98DA-E5E86825715C}" type="pres">
      <dgm:prSet presAssocID="{6A0BF970-36A5-4FE3-B6D2-A74D933465DC}" presName="text" presStyleLbl="fgAcc0" presStyleIdx="2" presStyleCnt="3">
        <dgm:presLayoutVars>
          <dgm:chPref val="3"/>
        </dgm:presLayoutVars>
      </dgm:prSet>
      <dgm:spPr/>
    </dgm:pt>
    <dgm:pt modelId="{684A80A0-61C4-4A2D-AFB0-205D083D69A3}" type="pres">
      <dgm:prSet presAssocID="{6A0BF970-36A5-4FE3-B6D2-A74D933465DC}" presName="hierChild2" presStyleCnt="0"/>
      <dgm:spPr/>
    </dgm:pt>
  </dgm:ptLst>
  <dgm:cxnLst>
    <dgm:cxn modelId="{06AFE501-7AFF-4A21-9717-CC0CC2418F45}" type="presOf" srcId="{6229EECD-2E24-4DDC-971B-96CEF35CFBE1}" destId="{37D36146-0DB4-49FC-8A5B-BD9FC39E1670}" srcOrd="0" destOrd="0" presId="urn:microsoft.com/office/officeart/2005/8/layout/hierarchy1"/>
    <dgm:cxn modelId="{968E832A-6E67-439C-BE3B-DA2EB72CD45D}" type="presOf" srcId="{6A0BF970-36A5-4FE3-B6D2-A74D933465DC}" destId="{8F630494-43A1-4BA9-98DA-E5E86825715C}" srcOrd="0" destOrd="0" presId="urn:microsoft.com/office/officeart/2005/8/layout/hierarchy1"/>
    <dgm:cxn modelId="{BBF4DA5F-51A1-4F3F-BC95-D5BDB0E6B552}" srcId="{6229EECD-2E24-4DDC-971B-96CEF35CFBE1}" destId="{C8CF86D5-D9EA-4B74-A607-5319D0E800DC}" srcOrd="1" destOrd="0" parTransId="{36666240-45C9-482D-8A9C-2EC38BD50954}" sibTransId="{874650A3-A272-4E55-BAB6-B70C1ADD2F38}"/>
    <dgm:cxn modelId="{21AC6180-8C7B-403C-9AC6-50E7F9CFCB55}" type="presOf" srcId="{1DF7DB0E-824C-4207-BF28-C6ECBC3D353C}" destId="{4DF14634-3CF1-48B7-BC19-A7FC1AFA35F9}" srcOrd="0" destOrd="0" presId="urn:microsoft.com/office/officeart/2005/8/layout/hierarchy1"/>
    <dgm:cxn modelId="{D10AD284-767C-4693-8ADF-2D45C0B396CE}" srcId="{6229EECD-2E24-4DDC-971B-96CEF35CFBE1}" destId="{6A0BF970-36A5-4FE3-B6D2-A74D933465DC}" srcOrd="2" destOrd="0" parTransId="{CAE150A9-2929-4205-A0C1-5148D6413F21}" sibTransId="{26A9119C-AEA2-4F38-8BD9-54C5F09C3721}"/>
    <dgm:cxn modelId="{E624D092-FA4D-4C9E-8829-930BF834467B}" srcId="{6229EECD-2E24-4DDC-971B-96CEF35CFBE1}" destId="{1DF7DB0E-824C-4207-BF28-C6ECBC3D353C}" srcOrd="0" destOrd="0" parTransId="{FF5E2784-115C-47B0-BB9C-C74FA778E878}" sibTransId="{757E27DA-41AF-4B13-8C14-95AEB70B0CE2}"/>
    <dgm:cxn modelId="{2A4DC9B0-359A-497A-A774-B037467D606B}" type="presOf" srcId="{C8CF86D5-D9EA-4B74-A607-5319D0E800DC}" destId="{DD0AC4B6-D03A-40C3-A09B-606C4D9EA19A}" srcOrd="0" destOrd="0" presId="urn:microsoft.com/office/officeart/2005/8/layout/hierarchy1"/>
    <dgm:cxn modelId="{7CE3BEF9-6D44-4E63-90F8-21DBA2080C8A}" type="presParOf" srcId="{37D36146-0DB4-49FC-8A5B-BD9FC39E1670}" destId="{F7389ECD-8D24-44BB-A8C1-54859AE684F2}" srcOrd="0" destOrd="0" presId="urn:microsoft.com/office/officeart/2005/8/layout/hierarchy1"/>
    <dgm:cxn modelId="{3FBCDE6A-BF28-4D73-9B72-299ED7B21BCC}" type="presParOf" srcId="{F7389ECD-8D24-44BB-A8C1-54859AE684F2}" destId="{E4945A96-FC98-4859-96B4-4A356DA75125}" srcOrd="0" destOrd="0" presId="urn:microsoft.com/office/officeart/2005/8/layout/hierarchy1"/>
    <dgm:cxn modelId="{00B34AF7-7EF9-4C4C-BC0F-13378A35A101}" type="presParOf" srcId="{E4945A96-FC98-4859-96B4-4A356DA75125}" destId="{4B392646-42F5-4BF1-9782-7365EBCFC4E2}" srcOrd="0" destOrd="0" presId="urn:microsoft.com/office/officeart/2005/8/layout/hierarchy1"/>
    <dgm:cxn modelId="{C74E5498-021F-4A1B-83C2-367EEA27E6DB}" type="presParOf" srcId="{E4945A96-FC98-4859-96B4-4A356DA75125}" destId="{4DF14634-3CF1-48B7-BC19-A7FC1AFA35F9}" srcOrd="1" destOrd="0" presId="urn:microsoft.com/office/officeart/2005/8/layout/hierarchy1"/>
    <dgm:cxn modelId="{097F363E-501F-4CCF-8AF2-C8FF6B83061B}" type="presParOf" srcId="{F7389ECD-8D24-44BB-A8C1-54859AE684F2}" destId="{675E483A-7F87-4674-B280-ECA07BF19388}" srcOrd="1" destOrd="0" presId="urn:microsoft.com/office/officeart/2005/8/layout/hierarchy1"/>
    <dgm:cxn modelId="{CCE61D8E-4610-49A3-B620-2A0C5497DCFB}" type="presParOf" srcId="{37D36146-0DB4-49FC-8A5B-BD9FC39E1670}" destId="{F41CDB53-509A-4DA9-8BFA-886573260536}" srcOrd="1" destOrd="0" presId="urn:microsoft.com/office/officeart/2005/8/layout/hierarchy1"/>
    <dgm:cxn modelId="{79BEB483-AAC7-4726-A1CC-39F081FD2190}" type="presParOf" srcId="{F41CDB53-509A-4DA9-8BFA-886573260536}" destId="{E90BEE24-A9DC-4EF6-B8C9-4EEBCCF3C16F}" srcOrd="0" destOrd="0" presId="urn:microsoft.com/office/officeart/2005/8/layout/hierarchy1"/>
    <dgm:cxn modelId="{BD000C27-EE05-4877-8200-CF72225ACC55}" type="presParOf" srcId="{E90BEE24-A9DC-4EF6-B8C9-4EEBCCF3C16F}" destId="{FD3F3087-BFDE-45A4-9E66-DBDCDA6D32CA}" srcOrd="0" destOrd="0" presId="urn:microsoft.com/office/officeart/2005/8/layout/hierarchy1"/>
    <dgm:cxn modelId="{B4BC00EC-7ACC-42AE-8512-E193066D0538}" type="presParOf" srcId="{E90BEE24-A9DC-4EF6-B8C9-4EEBCCF3C16F}" destId="{DD0AC4B6-D03A-40C3-A09B-606C4D9EA19A}" srcOrd="1" destOrd="0" presId="urn:microsoft.com/office/officeart/2005/8/layout/hierarchy1"/>
    <dgm:cxn modelId="{49C63A7D-A561-49B4-8B01-8F63D0F7CE71}" type="presParOf" srcId="{F41CDB53-509A-4DA9-8BFA-886573260536}" destId="{579B12D0-2717-4FF8-AB9F-AB518FBA884C}" srcOrd="1" destOrd="0" presId="urn:microsoft.com/office/officeart/2005/8/layout/hierarchy1"/>
    <dgm:cxn modelId="{95D72636-B140-4046-B529-27076A69C747}" type="presParOf" srcId="{37D36146-0DB4-49FC-8A5B-BD9FC39E1670}" destId="{98B17833-A1CE-4637-94BB-42E13FA87295}" srcOrd="2" destOrd="0" presId="urn:microsoft.com/office/officeart/2005/8/layout/hierarchy1"/>
    <dgm:cxn modelId="{B08D1524-EAD3-4C2B-856B-0156E6BA3754}" type="presParOf" srcId="{98B17833-A1CE-4637-94BB-42E13FA87295}" destId="{6F0933A2-47DB-4E35-ACD2-BC0002AE8B2B}" srcOrd="0" destOrd="0" presId="urn:microsoft.com/office/officeart/2005/8/layout/hierarchy1"/>
    <dgm:cxn modelId="{6809D3F2-0B9F-4CFA-8F11-1AB3DED22AC4}" type="presParOf" srcId="{6F0933A2-47DB-4E35-ACD2-BC0002AE8B2B}" destId="{105F0E1A-6A3B-46D1-83ED-039036DB1D5F}" srcOrd="0" destOrd="0" presId="urn:microsoft.com/office/officeart/2005/8/layout/hierarchy1"/>
    <dgm:cxn modelId="{26D94C05-F100-412C-88C0-64121AAD9632}" type="presParOf" srcId="{6F0933A2-47DB-4E35-ACD2-BC0002AE8B2B}" destId="{8F630494-43A1-4BA9-98DA-E5E86825715C}" srcOrd="1" destOrd="0" presId="urn:microsoft.com/office/officeart/2005/8/layout/hierarchy1"/>
    <dgm:cxn modelId="{9A4D45BE-771A-4194-9A7C-C7BFBE99B106}" type="presParOf" srcId="{98B17833-A1CE-4637-94BB-42E13FA87295}" destId="{684A80A0-61C4-4A2D-AFB0-205D083D69A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FF5CBBD-96BA-476F-A250-007DAF6D535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5623A50-299A-4517-B93E-91F513F31477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2 Professional </a:t>
          </a:r>
          <a:r>
            <a:rPr lang="fr-FR" err="1"/>
            <a:t>Internships</a:t>
          </a:r>
          <a:r>
            <a:rPr lang="fr-FR"/>
            <a:t> : </a:t>
          </a:r>
          <a:endParaRPr lang="en-US"/>
        </a:p>
      </dgm:t>
    </dgm:pt>
    <dgm:pt modelId="{B01708B2-28C7-4DAB-8CAB-034D74F54A91}" type="parTrans" cxnId="{258FEF27-DAFE-4E61-860D-CCFAB29543F3}">
      <dgm:prSet/>
      <dgm:spPr/>
      <dgm:t>
        <a:bodyPr/>
        <a:lstStyle/>
        <a:p>
          <a:endParaRPr lang="en-US"/>
        </a:p>
      </dgm:t>
    </dgm:pt>
    <dgm:pt modelId="{73F1B6C7-0145-494B-AF28-9363BF489B0B}" type="sibTrans" cxnId="{258FEF27-DAFE-4E61-860D-CCFAB29543F3}">
      <dgm:prSet/>
      <dgm:spPr/>
      <dgm:t>
        <a:bodyPr/>
        <a:lstStyle/>
        <a:p>
          <a:endParaRPr lang="en-US"/>
        </a:p>
      </dgm:t>
    </dgm:pt>
    <dgm:pt modelId="{489315DF-D4BE-4359-B02F-A078B6903320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err="1"/>
            <a:t>Company</a:t>
          </a:r>
          <a:r>
            <a:rPr lang="fr-FR"/>
            <a:t> — SMART WATERS (Nice) : Data </a:t>
          </a:r>
          <a:r>
            <a:rPr lang="fr-FR" err="1"/>
            <a:t>analysis</a:t>
          </a:r>
          <a:r>
            <a:rPr lang="fr-FR"/>
            <a:t> &amp; </a:t>
          </a:r>
          <a:r>
            <a:rPr lang="fr-FR" err="1"/>
            <a:t>processing</a:t>
          </a:r>
          <a:endParaRPr lang="en-US" err="1"/>
        </a:p>
      </dgm:t>
    </dgm:pt>
    <dgm:pt modelId="{D6FB4001-4B7A-4B94-AC02-0915A8160E4D}" type="parTrans" cxnId="{1310E718-ED32-4392-8432-1A09B668A13E}">
      <dgm:prSet/>
      <dgm:spPr/>
      <dgm:t>
        <a:bodyPr/>
        <a:lstStyle/>
        <a:p>
          <a:endParaRPr lang="en-US"/>
        </a:p>
      </dgm:t>
    </dgm:pt>
    <dgm:pt modelId="{37CD44D4-FCC1-451D-91CD-D6055A47FE73}" type="sibTrans" cxnId="{1310E718-ED32-4392-8432-1A09B668A13E}">
      <dgm:prSet/>
      <dgm:spPr/>
      <dgm:t>
        <a:bodyPr/>
        <a:lstStyle/>
        <a:p>
          <a:endParaRPr lang="en-US"/>
        </a:p>
      </dgm:t>
    </dgm:pt>
    <dgm:pt modelId="{75C38CA8-BAE4-48C1-8887-92EF8F64BA44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err="1"/>
            <a:t>Research</a:t>
          </a:r>
          <a:r>
            <a:rPr lang="fr-FR"/>
            <a:t> </a:t>
          </a:r>
          <a:r>
            <a:rPr lang="fr-FR" err="1"/>
            <a:t>Laboratory</a:t>
          </a:r>
          <a:r>
            <a:rPr lang="fr-FR"/>
            <a:t> — </a:t>
          </a:r>
          <a:r>
            <a:rPr lang="fr-FR" err="1"/>
            <a:t>ICube</a:t>
          </a:r>
          <a:r>
            <a:rPr lang="fr-FR"/>
            <a:t> (Strasbourg): </a:t>
          </a:r>
          <a:r>
            <a:rPr lang="fr-FR" err="1"/>
            <a:t>Localization</a:t>
          </a:r>
          <a:r>
            <a:rPr lang="fr-FR"/>
            <a:t> </a:t>
          </a:r>
          <a:r>
            <a:rPr lang="fr-FR" err="1"/>
            <a:t>Using</a:t>
          </a:r>
          <a:r>
            <a:rPr lang="fr-FR"/>
            <a:t> Ultra-</a:t>
          </a:r>
          <a:r>
            <a:rPr lang="fr-FR" err="1"/>
            <a:t>Wideband</a:t>
          </a:r>
          <a:r>
            <a:rPr lang="fr-FR"/>
            <a:t> (UWB) Radio </a:t>
          </a:r>
          <a:r>
            <a:rPr lang="fr-FR" err="1"/>
            <a:t>Signals</a:t>
          </a:r>
          <a:endParaRPr lang="en-US" err="1"/>
        </a:p>
      </dgm:t>
    </dgm:pt>
    <dgm:pt modelId="{1C82E78D-7F31-467E-AEDD-09A2BE125BBA}" type="parTrans" cxnId="{59CAA9E9-0198-4E7E-9F0D-848AF713AD5C}">
      <dgm:prSet/>
      <dgm:spPr/>
      <dgm:t>
        <a:bodyPr/>
        <a:lstStyle/>
        <a:p>
          <a:endParaRPr lang="en-US"/>
        </a:p>
      </dgm:t>
    </dgm:pt>
    <dgm:pt modelId="{A6EAD9AF-76A1-4BD1-8F04-04DA3BF28EEB}" type="sibTrans" cxnId="{59CAA9E9-0198-4E7E-9F0D-848AF713AD5C}">
      <dgm:prSet/>
      <dgm:spPr/>
      <dgm:t>
        <a:bodyPr/>
        <a:lstStyle/>
        <a:p>
          <a:endParaRPr lang="en-US"/>
        </a:p>
      </dgm:t>
    </dgm:pt>
    <dgm:pt modelId="{B9169A2C-A64E-4817-9B9A-4B5DF0C3202F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Private Tutoring for University-Level Students in Mathematics and Computer Science</a:t>
          </a:r>
          <a:endParaRPr lang="en-US"/>
        </a:p>
      </dgm:t>
    </dgm:pt>
    <dgm:pt modelId="{0D869BF2-414D-4C9D-A004-C1C75BACA594}" type="parTrans" cxnId="{43B746D7-1591-439B-B3C1-1FFB4CF68BE6}">
      <dgm:prSet/>
      <dgm:spPr/>
      <dgm:t>
        <a:bodyPr/>
        <a:lstStyle/>
        <a:p>
          <a:endParaRPr lang="en-US"/>
        </a:p>
      </dgm:t>
    </dgm:pt>
    <dgm:pt modelId="{AFA34B7D-5098-45C4-9B0C-BB14C8298DC5}" type="sibTrans" cxnId="{43B746D7-1591-439B-B3C1-1FFB4CF68BE6}">
      <dgm:prSet/>
      <dgm:spPr/>
      <dgm:t>
        <a:bodyPr/>
        <a:lstStyle/>
        <a:p>
          <a:endParaRPr lang="en-US"/>
        </a:p>
      </dgm:t>
    </dgm:pt>
    <dgm:pt modelId="{FD140531-07F0-4D52-87DB-9D7DD200B00C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Academic &amp; Technical Projects : Bachelor Final-Year Project (L3), </a:t>
          </a:r>
          <a:r>
            <a:rPr lang="fr-FR" err="1"/>
            <a:t>Assembly</a:t>
          </a:r>
          <a:r>
            <a:rPr lang="fr-FR"/>
            <a:t> </a:t>
          </a:r>
          <a:r>
            <a:rPr lang="fr-FR" err="1"/>
            <a:t>project</a:t>
          </a:r>
          <a:r>
            <a:rPr lang="fr-FR"/>
            <a:t>, etc.</a:t>
          </a:r>
          <a:endParaRPr lang="en-US"/>
        </a:p>
      </dgm:t>
    </dgm:pt>
    <dgm:pt modelId="{7215BC3A-C6AC-4CE6-B1E5-B3F8C938B118}" type="parTrans" cxnId="{8ADDA0BB-9516-4FFB-AE69-3EF66D7C9AA7}">
      <dgm:prSet/>
      <dgm:spPr/>
      <dgm:t>
        <a:bodyPr/>
        <a:lstStyle/>
        <a:p>
          <a:endParaRPr lang="en-US"/>
        </a:p>
      </dgm:t>
    </dgm:pt>
    <dgm:pt modelId="{B3820EF9-3922-468F-9D12-AC8B8EE42115}" type="sibTrans" cxnId="{8ADDA0BB-9516-4FFB-AE69-3EF66D7C9AA7}">
      <dgm:prSet/>
      <dgm:spPr/>
      <dgm:t>
        <a:bodyPr/>
        <a:lstStyle/>
        <a:p>
          <a:endParaRPr lang="en-US"/>
        </a:p>
      </dgm:t>
    </dgm:pt>
    <dgm:pt modelId="{574097F0-8F46-46C4-B624-91A915975E35}" type="pres">
      <dgm:prSet presAssocID="{9FF5CBBD-96BA-476F-A250-007DAF6D535C}" presName="root" presStyleCnt="0">
        <dgm:presLayoutVars>
          <dgm:dir/>
          <dgm:resizeHandles val="exact"/>
        </dgm:presLayoutVars>
      </dgm:prSet>
      <dgm:spPr/>
    </dgm:pt>
    <dgm:pt modelId="{46838625-C8D3-41CC-8794-46C24FF4E2CA}" type="pres">
      <dgm:prSet presAssocID="{65623A50-299A-4517-B93E-91F513F31477}" presName="compNode" presStyleCnt="0"/>
      <dgm:spPr/>
    </dgm:pt>
    <dgm:pt modelId="{CC8D506B-E1CF-4542-8B67-7BDE9937CAB7}" type="pres">
      <dgm:prSet presAssocID="{65623A50-299A-4517-B93E-91F513F31477}" presName="bgRect" presStyleLbl="bgShp" presStyleIdx="0" presStyleCnt="3"/>
      <dgm:spPr/>
    </dgm:pt>
    <dgm:pt modelId="{06EECCFF-B2DB-4CBF-AE79-E8E95C84F9E1}" type="pres">
      <dgm:prSet presAssocID="{65623A50-299A-4517-B93E-91F513F3147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ientifique"/>
        </a:ext>
      </dgm:extLst>
    </dgm:pt>
    <dgm:pt modelId="{7A33C90F-2FBF-4FBE-8CE0-4817A27A5102}" type="pres">
      <dgm:prSet presAssocID="{65623A50-299A-4517-B93E-91F513F31477}" presName="spaceRect" presStyleCnt="0"/>
      <dgm:spPr/>
    </dgm:pt>
    <dgm:pt modelId="{A2C7F7BE-4BC2-41C8-B43A-3329905F48A2}" type="pres">
      <dgm:prSet presAssocID="{65623A50-299A-4517-B93E-91F513F31477}" presName="parTx" presStyleLbl="revTx" presStyleIdx="0" presStyleCnt="4">
        <dgm:presLayoutVars>
          <dgm:chMax val="0"/>
          <dgm:chPref val="0"/>
        </dgm:presLayoutVars>
      </dgm:prSet>
      <dgm:spPr/>
    </dgm:pt>
    <dgm:pt modelId="{27B3DE6F-F781-4122-B08A-0747EB05A7DF}" type="pres">
      <dgm:prSet presAssocID="{65623A50-299A-4517-B93E-91F513F31477}" presName="desTx" presStyleLbl="revTx" presStyleIdx="1" presStyleCnt="4">
        <dgm:presLayoutVars/>
      </dgm:prSet>
      <dgm:spPr/>
    </dgm:pt>
    <dgm:pt modelId="{1E15F88B-2B91-41F5-BB04-D88A7183F172}" type="pres">
      <dgm:prSet presAssocID="{73F1B6C7-0145-494B-AF28-9363BF489B0B}" presName="sibTrans" presStyleCnt="0"/>
      <dgm:spPr/>
    </dgm:pt>
    <dgm:pt modelId="{10851A37-24C3-4558-93A1-EC280CD678EF}" type="pres">
      <dgm:prSet presAssocID="{B9169A2C-A64E-4817-9B9A-4B5DF0C3202F}" presName="compNode" presStyleCnt="0"/>
      <dgm:spPr/>
    </dgm:pt>
    <dgm:pt modelId="{27B50604-3302-4142-9544-870C8E19C10E}" type="pres">
      <dgm:prSet presAssocID="{B9169A2C-A64E-4817-9B9A-4B5DF0C3202F}" presName="bgRect" presStyleLbl="bgShp" presStyleIdx="1" presStyleCnt="3"/>
      <dgm:spPr/>
    </dgm:pt>
    <dgm:pt modelId="{B0F04D8F-316E-4019-98BB-43CD648D78C6}" type="pres">
      <dgm:prSet presAssocID="{B9169A2C-A64E-4817-9B9A-4B5DF0C3202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e"/>
        </a:ext>
      </dgm:extLst>
    </dgm:pt>
    <dgm:pt modelId="{70AC788C-BF0A-4E70-AF9B-E4840BB82C4A}" type="pres">
      <dgm:prSet presAssocID="{B9169A2C-A64E-4817-9B9A-4B5DF0C3202F}" presName="spaceRect" presStyleCnt="0"/>
      <dgm:spPr/>
    </dgm:pt>
    <dgm:pt modelId="{69B18775-BF64-4574-9B3F-0295779E2B11}" type="pres">
      <dgm:prSet presAssocID="{B9169A2C-A64E-4817-9B9A-4B5DF0C3202F}" presName="parTx" presStyleLbl="revTx" presStyleIdx="2" presStyleCnt="4">
        <dgm:presLayoutVars>
          <dgm:chMax val="0"/>
          <dgm:chPref val="0"/>
        </dgm:presLayoutVars>
      </dgm:prSet>
      <dgm:spPr/>
    </dgm:pt>
    <dgm:pt modelId="{620F1259-B0ED-4A3B-96FE-610005D29623}" type="pres">
      <dgm:prSet presAssocID="{AFA34B7D-5098-45C4-9B0C-BB14C8298DC5}" presName="sibTrans" presStyleCnt="0"/>
      <dgm:spPr/>
    </dgm:pt>
    <dgm:pt modelId="{BE8517E8-FA4C-4AB4-B1FE-745FC7D70C8C}" type="pres">
      <dgm:prSet presAssocID="{FD140531-07F0-4D52-87DB-9D7DD200B00C}" presName="compNode" presStyleCnt="0"/>
      <dgm:spPr/>
    </dgm:pt>
    <dgm:pt modelId="{CDA0629A-BAD0-4170-8DB6-1210787E03FC}" type="pres">
      <dgm:prSet presAssocID="{FD140531-07F0-4D52-87DB-9D7DD200B00C}" presName="bgRect" presStyleLbl="bgShp" presStyleIdx="2" presStyleCnt="3"/>
      <dgm:spPr/>
    </dgm:pt>
    <dgm:pt modelId="{B06B0977-060C-4B89-AE4C-7D627C53CD7F}" type="pres">
      <dgm:prSet presAssocID="{FD140531-07F0-4D52-87DB-9D7DD200B00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D2F22C43-EF30-45E2-98B6-BB21645B3DAB}" type="pres">
      <dgm:prSet presAssocID="{FD140531-07F0-4D52-87DB-9D7DD200B00C}" presName="spaceRect" presStyleCnt="0"/>
      <dgm:spPr/>
    </dgm:pt>
    <dgm:pt modelId="{1A2F59E2-53D1-4162-97E0-CECA3D8DA327}" type="pres">
      <dgm:prSet presAssocID="{FD140531-07F0-4D52-87DB-9D7DD200B00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310E718-ED32-4392-8432-1A09B668A13E}" srcId="{65623A50-299A-4517-B93E-91F513F31477}" destId="{489315DF-D4BE-4359-B02F-A078B6903320}" srcOrd="0" destOrd="0" parTransId="{D6FB4001-4B7A-4B94-AC02-0915A8160E4D}" sibTransId="{37CD44D4-FCC1-451D-91CD-D6055A47FE73}"/>
    <dgm:cxn modelId="{258FEF27-DAFE-4E61-860D-CCFAB29543F3}" srcId="{9FF5CBBD-96BA-476F-A250-007DAF6D535C}" destId="{65623A50-299A-4517-B93E-91F513F31477}" srcOrd="0" destOrd="0" parTransId="{B01708B2-28C7-4DAB-8CAB-034D74F54A91}" sibTransId="{73F1B6C7-0145-494B-AF28-9363BF489B0B}"/>
    <dgm:cxn modelId="{DAE60448-8717-41BB-A072-5184965C5F30}" type="presOf" srcId="{75C38CA8-BAE4-48C1-8887-92EF8F64BA44}" destId="{27B3DE6F-F781-4122-B08A-0747EB05A7DF}" srcOrd="0" destOrd="1" presId="urn:microsoft.com/office/officeart/2018/2/layout/IconVerticalSolidList"/>
    <dgm:cxn modelId="{5448A291-D0E4-4A25-9A58-41E702C469C2}" type="presOf" srcId="{9FF5CBBD-96BA-476F-A250-007DAF6D535C}" destId="{574097F0-8F46-46C4-B624-91A915975E35}" srcOrd="0" destOrd="0" presId="urn:microsoft.com/office/officeart/2018/2/layout/IconVerticalSolidList"/>
    <dgm:cxn modelId="{D44409A4-05A4-4950-8831-6C8A2B35CA85}" type="presOf" srcId="{65623A50-299A-4517-B93E-91F513F31477}" destId="{A2C7F7BE-4BC2-41C8-B43A-3329905F48A2}" srcOrd="0" destOrd="0" presId="urn:microsoft.com/office/officeart/2018/2/layout/IconVerticalSolidList"/>
    <dgm:cxn modelId="{8C8E59B9-1122-4A8D-82D0-191116DC942F}" type="presOf" srcId="{B9169A2C-A64E-4817-9B9A-4B5DF0C3202F}" destId="{69B18775-BF64-4574-9B3F-0295779E2B11}" srcOrd="0" destOrd="0" presId="urn:microsoft.com/office/officeart/2018/2/layout/IconVerticalSolidList"/>
    <dgm:cxn modelId="{8ADDA0BB-9516-4FFB-AE69-3EF66D7C9AA7}" srcId="{9FF5CBBD-96BA-476F-A250-007DAF6D535C}" destId="{FD140531-07F0-4D52-87DB-9D7DD200B00C}" srcOrd="2" destOrd="0" parTransId="{7215BC3A-C6AC-4CE6-B1E5-B3F8C938B118}" sibTransId="{B3820EF9-3922-468F-9D12-AC8B8EE42115}"/>
    <dgm:cxn modelId="{4C5BE9C8-4133-423D-B990-F6532D88A467}" type="presOf" srcId="{FD140531-07F0-4D52-87DB-9D7DD200B00C}" destId="{1A2F59E2-53D1-4162-97E0-CECA3D8DA327}" srcOrd="0" destOrd="0" presId="urn:microsoft.com/office/officeart/2018/2/layout/IconVerticalSolidList"/>
    <dgm:cxn modelId="{43B746D7-1591-439B-B3C1-1FFB4CF68BE6}" srcId="{9FF5CBBD-96BA-476F-A250-007DAF6D535C}" destId="{B9169A2C-A64E-4817-9B9A-4B5DF0C3202F}" srcOrd="1" destOrd="0" parTransId="{0D869BF2-414D-4C9D-A004-C1C75BACA594}" sibTransId="{AFA34B7D-5098-45C4-9B0C-BB14C8298DC5}"/>
    <dgm:cxn modelId="{59CAA9E9-0198-4E7E-9F0D-848AF713AD5C}" srcId="{65623A50-299A-4517-B93E-91F513F31477}" destId="{75C38CA8-BAE4-48C1-8887-92EF8F64BA44}" srcOrd="1" destOrd="0" parTransId="{1C82E78D-7F31-467E-AEDD-09A2BE125BBA}" sibTransId="{A6EAD9AF-76A1-4BD1-8F04-04DA3BF28EEB}"/>
    <dgm:cxn modelId="{0C7E9EF4-94F5-4CA2-82C6-198592695889}" type="presOf" srcId="{489315DF-D4BE-4359-B02F-A078B6903320}" destId="{27B3DE6F-F781-4122-B08A-0747EB05A7DF}" srcOrd="0" destOrd="0" presId="urn:microsoft.com/office/officeart/2018/2/layout/IconVerticalSolidList"/>
    <dgm:cxn modelId="{DD402D3C-2DF3-4768-86D0-B026D1AE4379}" type="presParOf" srcId="{574097F0-8F46-46C4-B624-91A915975E35}" destId="{46838625-C8D3-41CC-8794-46C24FF4E2CA}" srcOrd="0" destOrd="0" presId="urn:microsoft.com/office/officeart/2018/2/layout/IconVerticalSolidList"/>
    <dgm:cxn modelId="{D068D7FE-FADA-43B8-B3EA-F6F0B2F14556}" type="presParOf" srcId="{46838625-C8D3-41CC-8794-46C24FF4E2CA}" destId="{CC8D506B-E1CF-4542-8B67-7BDE9937CAB7}" srcOrd="0" destOrd="0" presId="urn:microsoft.com/office/officeart/2018/2/layout/IconVerticalSolidList"/>
    <dgm:cxn modelId="{E6BD7077-2BA2-4575-9788-41B64858C390}" type="presParOf" srcId="{46838625-C8D3-41CC-8794-46C24FF4E2CA}" destId="{06EECCFF-B2DB-4CBF-AE79-E8E95C84F9E1}" srcOrd="1" destOrd="0" presId="urn:microsoft.com/office/officeart/2018/2/layout/IconVerticalSolidList"/>
    <dgm:cxn modelId="{300F94E5-97A8-40FE-A162-9FE50D0DCC3F}" type="presParOf" srcId="{46838625-C8D3-41CC-8794-46C24FF4E2CA}" destId="{7A33C90F-2FBF-4FBE-8CE0-4817A27A5102}" srcOrd="2" destOrd="0" presId="urn:microsoft.com/office/officeart/2018/2/layout/IconVerticalSolidList"/>
    <dgm:cxn modelId="{14AFD88C-731F-4859-AD36-EA4C7C7D48AE}" type="presParOf" srcId="{46838625-C8D3-41CC-8794-46C24FF4E2CA}" destId="{A2C7F7BE-4BC2-41C8-B43A-3329905F48A2}" srcOrd="3" destOrd="0" presId="urn:microsoft.com/office/officeart/2018/2/layout/IconVerticalSolidList"/>
    <dgm:cxn modelId="{9BF70704-7C75-4CFF-9696-DBFC6B441A8C}" type="presParOf" srcId="{46838625-C8D3-41CC-8794-46C24FF4E2CA}" destId="{27B3DE6F-F781-4122-B08A-0747EB05A7DF}" srcOrd="4" destOrd="0" presId="urn:microsoft.com/office/officeart/2018/2/layout/IconVerticalSolidList"/>
    <dgm:cxn modelId="{82A8631A-2536-4B8C-91ED-2D5D73B118D7}" type="presParOf" srcId="{574097F0-8F46-46C4-B624-91A915975E35}" destId="{1E15F88B-2B91-41F5-BB04-D88A7183F172}" srcOrd="1" destOrd="0" presId="urn:microsoft.com/office/officeart/2018/2/layout/IconVerticalSolidList"/>
    <dgm:cxn modelId="{6FB2E3BF-7DA2-400A-9FA0-D387DA8FA5FF}" type="presParOf" srcId="{574097F0-8F46-46C4-B624-91A915975E35}" destId="{10851A37-24C3-4558-93A1-EC280CD678EF}" srcOrd="2" destOrd="0" presId="urn:microsoft.com/office/officeart/2018/2/layout/IconVerticalSolidList"/>
    <dgm:cxn modelId="{ECFD9F38-5DF9-4AE4-AEDB-9FAD4F222D4D}" type="presParOf" srcId="{10851A37-24C3-4558-93A1-EC280CD678EF}" destId="{27B50604-3302-4142-9544-870C8E19C10E}" srcOrd="0" destOrd="0" presId="urn:microsoft.com/office/officeart/2018/2/layout/IconVerticalSolidList"/>
    <dgm:cxn modelId="{625A2B7A-97B8-44BF-85C5-F6F94CC79930}" type="presParOf" srcId="{10851A37-24C3-4558-93A1-EC280CD678EF}" destId="{B0F04D8F-316E-4019-98BB-43CD648D78C6}" srcOrd="1" destOrd="0" presId="urn:microsoft.com/office/officeart/2018/2/layout/IconVerticalSolidList"/>
    <dgm:cxn modelId="{AA09DA4E-2949-45BF-AF20-BB907D9B48FC}" type="presParOf" srcId="{10851A37-24C3-4558-93A1-EC280CD678EF}" destId="{70AC788C-BF0A-4E70-AF9B-E4840BB82C4A}" srcOrd="2" destOrd="0" presId="urn:microsoft.com/office/officeart/2018/2/layout/IconVerticalSolidList"/>
    <dgm:cxn modelId="{B1973D52-C401-4064-922B-C355421EFD6B}" type="presParOf" srcId="{10851A37-24C3-4558-93A1-EC280CD678EF}" destId="{69B18775-BF64-4574-9B3F-0295779E2B11}" srcOrd="3" destOrd="0" presId="urn:microsoft.com/office/officeart/2018/2/layout/IconVerticalSolidList"/>
    <dgm:cxn modelId="{0C6AF3C3-10B5-455C-9D38-26024706FE64}" type="presParOf" srcId="{574097F0-8F46-46C4-B624-91A915975E35}" destId="{620F1259-B0ED-4A3B-96FE-610005D29623}" srcOrd="3" destOrd="0" presId="urn:microsoft.com/office/officeart/2018/2/layout/IconVerticalSolidList"/>
    <dgm:cxn modelId="{F5D6A7D3-A2A1-45A0-B16D-8880A9A3660B}" type="presParOf" srcId="{574097F0-8F46-46C4-B624-91A915975E35}" destId="{BE8517E8-FA4C-4AB4-B1FE-745FC7D70C8C}" srcOrd="4" destOrd="0" presId="urn:microsoft.com/office/officeart/2018/2/layout/IconVerticalSolidList"/>
    <dgm:cxn modelId="{7E7A292F-AC84-404D-B7D1-C947B91F6BA0}" type="presParOf" srcId="{BE8517E8-FA4C-4AB4-B1FE-745FC7D70C8C}" destId="{CDA0629A-BAD0-4170-8DB6-1210787E03FC}" srcOrd="0" destOrd="0" presId="urn:microsoft.com/office/officeart/2018/2/layout/IconVerticalSolidList"/>
    <dgm:cxn modelId="{2E13E036-D99C-4776-9135-400180CD06EC}" type="presParOf" srcId="{BE8517E8-FA4C-4AB4-B1FE-745FC7D70C8C}" destId="{B06B0977-060C-4B89-AE4C-7D627C53CD7F}" srcOrd="1" destOrd="0" presId="urn:microsoft.com/office/officeart/2018/2/layout/IconVerticalSolidList"/>
    <dgm:cxn modelId="{C397123C-62A9-4D29-8E7E-9BFACA42D93E}" type="presParOf" srcId="{BE8517E8-FA4C-4AB4-B1FE-745FC7D70C8C}" destId="{D2F22C43-EF30-45E2-98B6-BB21645B3DAB}" srcOrd="2" destOrd="0" presId="urn:microsoft.com/office/officeart/2018/2/layout/IconVerticalSolidList"/>
    <dgm:cxn modelId="{27FE5156-5347-48CE-9850-5946873EFA69}" type="presParOf" srcId="{BE8517E8-FA4C-4AB4-B1FE-745FC7D70C8C}" destId="{1A2F59E2-53D1-4162-97E0-CECA3D8DA32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10FE654-248D-49FE-9ACF-EC8D51121CBE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E9FA94E-C7C7-4D52-A362-22F274EF3183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="1" err="1"/>
            <a:t>Internships</a:t>
          </a:r>
          <a:r>
            <a:rPr lang="fr-FR" b="1"/>
            <a:t>:</a:t>
          </a:r>
          <a:r>
            <a:rPr lang="fr-FR"/>
            <a:t> </a:t>
          </a:r>
          <a:r>
            <a:rPr lang="fr-FR" err="1"/>
            <a:t>Exposure</a:t>
          </a:r>
          <a:r>
            <a:rPr lang="fr-FR"/>
            <a:t> to </a:t>
          </a:r>
          <a:r>
            <a:rPr lang="fr-FR" err="1"/>
            <a:t>industrial</a:t>
          </a:r>
          <a:r>
            <a:rPr lang="fr-FR"/>
            <a:t> and </a:t>
          </a:r>
          <a:r>
            <a:rPr lang="fr-FR" err="1"/>
            <a:t>research</a:t>
          </a:r>
          <a:r>
            <a:rPr lang="fr-FR"/>
            <a:t> </a:t>
          </a:r>
          <a:r>
            <a:rPr lang="fr-FR" err="1"/>
            <a:t>environments</a:t>
          </a:r>
          <a:r>
            <a:rPr lang="fr-FR"/>
            <a:t> → </a:t>
          </a:r>
          <a:r>
            <a:rPr lang="fr-FR" err="1"/>
            <a:t>stronger</a:t>
          </a:r>
          <a:r>
            <a:rPr lang="fr-FR"/>
            <a:t> </a:t>
          </a:r>
          <a:r>
            <a:rPr lang="fr-FR" err="1"/>
            <a:t>interest</a:t>
          </a:r>
          <a:r>
            <a:rPr lang="fr-FR"/>
            <a:t> in </a:t>
          </a:r>
          <a:r>
            <a:rPr lang="fr-FR" err="1"/>
            <a:t>laboratory-based</a:t>
          </a:r>
          <a:r>
            <a:rPr lang="fr-FR"/>
            <a:t> </a:t>
          </a:r>
          <a:r>
            <a:rPr lang="fr-FR" err="1"/>
            <a:t>research</a:t>
          </a:r>
          <a:endParaRPr lang="en-US"/>
        </a:p>
      </dgm:t>
    </dgm:pt>
    <dgm:pt modelId="{14507282-4924-4DE4-BBF9-9A992DE6B60E}" type="parTrans" cxnId="{B9B48F52-69C5-4D67-948D-6E94FD237E02}">
      <dgm:prSet/>
      <dgm:spPr/>
      <dgm:t>
        <a:bodyPr/>
        <a:lstStyle/>
        <a:p>
          <a:endParaRPr lang="en-US"/>
        </a:p>
      </dgm:t>
    </dgm:pt>
    <dgm:pt modelId="{A8247F11-21DE-491E-960F-ADF774C66FBD}" type="sibTrans" cxnId="{B9B48F52-69C5-4D67-948D-6E94FD237E0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2E10DAC-0DD9-486B-8A81-A8DABBCAD2EF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="1" err="1"/>
            <a:t>Research</a:t>
          </a:r>
          <a:r>
            <a:rPr lang="fr-FR" b="1"/>
            <a:t> </a:t>
          </a:r>
          <a:r>
            <a:rPr lang="fr-FR" b="1" err="1"/>
            <a:t>Environment</a:t>
          </a:r>
          <a:r>
            <a:rPr lang="fr-FR" b="1"/>
            <a:t>: </a:t>
          </a:r>
          <a:r>
            <a:rPr lang="fr-FR"/>
            <a:t>Positive influence of </a:t>
          </a:r>
          <a:r>
            <a:rPr lang="fr-FR" err="1"/>
            <a:t>supervisors</a:t>
          </a:r>
          <a:r>
            <a:rPr lang="fr-FR"/>
            <a:t> and PhD </a:t>
          </a:r>
          <a:r>
            <a:rPr lang="fr-FR" err="1"/>
            <a:t>researchers</a:t>
          </a:r>
          <a:r>
            <a:rPr lang="fr-FR"/>
            <a:t> on </a:t>
          </a:r>
          <a:r>
            <a:rPr lang="fr-FR" err="1"/>
            <a:t>my</a:t>
          </a:r>
          <a:r>
            <a:rPr lang="fr-FR"/>
            <a:t> </a:t>
          </a:r>
          <a:r>
            <a:rPr lang="fr-FR" err="1"/>
            <a:t>academic</a:t>
          </a:r>
          <a:r>
            <a:rPr lang="fr-FR"/>
            <a:t> motivation</a:t>
          </a:r>
          <a:endParaRPr lang="en-US"/>
        </a:p>
      </dgm:t>
    </dgm:pt>
    <dgm:pt modelId="{413F046F-1646-49F6-AB9E-9BEA21ACB273}" type="parTrans" cxnId="{0BBAD768-7E61-494E-90C9-643F433AF909}">
      <dgm:prSet/>
      <dgm:spPr/>
      <dgm:t>
        <a:bodyPr/>
        <a:lstStyle/>
        <a:p>
          <a:endParaRPr lang="en-US"/>
        </a:p>
      </dgm:t>
    </dgm:pt>
    <dgm:pt modelId="{4D18905A-27FC-412F-805A-8E4688CAA636}" type="sibTrans" cxnId="{0BBAD768-7E61-494E-90C9-643F433AF90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FF983E0-9B3F-462C-9006-BD4597559557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="1" err="1"/>
            <a:t>Personal</a:t>
          </a:r>
          <a:r>
            <a:rPr lang="fr-FR" b="1"/>
            <a:t> Validation: </a:t>
          </a:r>
          <a:r>
            <a:rPr lang="fr-FR" err="1"/>
            <a:t>Preference</a:t>
          </a:r>
          <a:r>
            <a:rPr lang="fr-FR"/>
            <a:t> for long-</a:t>
          </a:r>
          <a:r>
            <a:rPr lang="fr-FR" err="1"/>
            <a:t>term</a:t>
          </a:r>
          <a:r>
            <a:rPr lang="fr-FR"/>
            <a:t>, </a:t>
          </a:r>
          <a:r>
            <a:rPr lang="fr-FR" err="1"/>
            <a:t>challenging</a:t>
          </a:r>
          <a:r>
            <a:rPr lang="fr-FR"/>
            <a:t> </a:t>
          </a:r>
          <a:r>
            <a:rPr lang="fr-FR" err="1"/>
            <a:t>problems</a:t>
          </a:r>
          <a:r>
            <a:rPr lang="fr-FR"/>
            <a:t> in </a:t>
          </a:r>
          <a:r>
            <a:rPr lang="fr-FR" err="1"/>
            <a:t>systems</a:t>
          </a:r>
          <a:r>
            <a:rPr lang="fr-FR"/>
            <a:t> and networks</a:t>
          </a:r>
          <a:endParaRPr lang="en-US">
            <a:latin typeface="Sabon Next LT"/>
          </a:endParaRPr>
        </a:p>
      </dgm:t>
    </dgm:pt>
    <dgm:pt modelId="{8B318835-5AA9-4B5B-B546-BCC8187FC6DE}" type="parTrans" cxnId="{F3EE2441-87BB-4532-9622-2BFFFF7E15F9}">
      <dgm:prSet/>
      <dgm:spPr/>
      <dgm:t>
        <a:bodyPr/>
        <a:lstStyle/>
        <a:p>
          <a:endParaRPr lang="en-US"/>
        </a:p>
      </dgm:t>
    </dgm:pt>
    <dgm:pt modelId="{5C42158F-4EF6-4BC8-8019-660DC15994F8}" type="sibTrans" cxnId="{F3EE2441-87BB-4532-9622-2BFFFF7E15F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2D481ED-9A5A-4876-A218-703039B7099C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="1" err="1"/>
            <a:t>Teaching</a:t>
          </a:r>
          <a:r>
            <a:rPr lang="fr-FR" b="1"/>
            <a:t> </a:t>
          </a:r>
          <a:r>
            <a:rPr lang="fr-FR" b="1" err="1"/>
            <a:t>Experience</a:t>
          </a:r>
          <a:r>
            <a:rPr lang="fr-FR" b="1"/>
            <a:t>:</a:t>
          </a:r>
          <a:r>
            <a:rPr lang="fr-FR"/>
            <a:t> </a:t>
          </a:r>
          <a:r>
            <a:rPr lang="fr-FR" err="1"/>
            <a:t>Private</a:t>
          </a:r>
          <a:r>
            <a:rPr lang="fr-FR"/>
            <a:t> </a:t>
          </a:r>
          <a:r>
            <a:rPr lang="fr-FR" err="1"/>
            <a:t>tutoring</a:t>
          </a:r>
          <a:r>
            <a:rPr lang="fr-FR"/>
            <a:t> </a:t>
          </a:r>
          <a:r>
            <a:rPr lang="fr-FR" err="1"/>
            <a:t>confirmed</a:t>
          </a:r>
          <a:r>
            <a:rPr lang="fr-FR"/>
            <a:t> </a:t>
          </a:r>
          <a:r>
            <a:rPr lang="fr-FR" err="1"/>
            <a:t>my</a:t>
          </a:r>
          <a:r>
            <a:rPr lang="fr-FR"/>
            <a:t> interest in teaching</a:t>
          </a:r>
        </a:p>
      </dgm:t>
    </dgm:pt>
    <dgm:pt modelId="{027B195A-47C9-4B94-953E-79D1EB586EAF}" type="parTrans" cxnId="{FCABF054-4E86-4EA4-B550-E0CA3C9A0042}">
      <dgm:prSet/>
      <dgm:spPr/>
      <dgm:t>
        <a:bodyPr/>
        <a:lstStyle/>
        <a:p>
          <a:endParaRPr lang="en-US"/>
        </a:p>
      </dgm:t>
    </dgm:pt>
    <dgm:pt modelId="{68427833-7F3F-4C76-90FA-049B39AA084C}" type="sibTrans" cxnId="{FCABF054-4E86-4EA4-B550-E0CA3C9A0042}">
      <dgm:prSet/>
      <dgm:spPr/>
      <dgm:t>
        <a:bodyPr/>
        <a:lstStyle/>
        <a:p>
          <a:endParaRPr lang="en-US"/>
        </a:p>
      </dgm:t>
    </dgm:pt>
    <dgm:pt modelId="{268ED454-99E5-4880-9D67-FC52DCFC71FC}" type="pres">
      <dgm:prSet presAssocID="{E10FE654-248D-49FE-9ACF-EC8D51121CBE}" presName="root" presStyleCnt="0">
        <dgm:presLayoutVars>
          <dgm:dir/>
          <dgm:resizeHandles val="exact"/>
        </dgm:presLayoutVars>
      </dgm:prSet>
      <dgm:spPr/>
    </dgm:pt>
    <dgm:pt modelId="{01E5B791-EDC7-406E-B762-0510AF97B861}" type="pres">
      <dgm:prSet presAssocID="{E10FE654-248D-49FE-9ACF-EC8D51121CBE}" presName="container" presStyleCnt="0">
        <dgm:presLayoutVars>
          <dgm:dir/>
          <dgm:resizeHandles val="exact"/>
        </dgm:presLayoutVars>
      </dgm:prSet>
      <dgm:spPr/>
    </dgm:pt>
    <dgm:pt modelId="{EF0DC20F-E607-4AF7-BFD3-2E736A685E6E}" type="pres">
      <dgm:prSet presAssocID="{CE9FA94E-C7C7-4D52-A362-22F274EF3183}" presName="compNode" presStyleCnt="0"/>
      <dgm:spPr/>
    </dgm:pt>
    <dgm:pt modelId="{DBD58CC9-D738-4B04-B68D-A4E94134100E}" type="pres">
      <dgm:prSet presAssocID="{CE9FA94E-C7C7-4D52-A362-22F274EF3183}" presName="iconBgRect" presStyleLbl="bgShp" presStyleIdx="0" presStyleCnt="4"/>
      <dgm:spPr/>
    </dgm:pt>
    <dgm:pt modelId="{3AA4872B-6D1A-47A9-91DA-C09CC59A4690}" type="pres">
      <dgm:prSet presAssocID="{CE9FA94E-C7C7-4D52-A362-22F274EF318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2B5A7F63-2E2F-4CB0-BD05-5D017AEC4274}" type="pres">
      <dgm:prSet presAssocID="{CE9FA94E-C7C7-4D52-A362-22F274EF3183}" presName="spaceRect" presStyleCnt="0"/>
      <dgm:spPr/>
    </dgm:pt>
    <dgm:pt modelId="{B17A8E14-418E-489A-AC9F-D72EB192EE43}" type="pres">
      <dgm:prSet presAssocID="{CE9FA94E-C7C7-4D52-A362-22F274EF3183}" presName="textRect" presStyleLbl="revTx" presStyleIdx="0" presStyleCnt="4">
        <dgm:presLayoutVars>
          <dgm:chMax val="1"/>
          <dgm:chPref val="1"/>
        </dgm:presLayoutVars>
      </dgm:prSet>
      <dgm:spPr/>
    </dgm:pt>
    <dgm:pt modelId="{1F388026-49E1-4A86-8AC9-360182A032FE}" type="pres">
      <dgm:prSet presAssocID="{A8247F11-21DE-491E-960F-ADF774C66FBD}" presName="sibTrans" presStyleLbl="sibTrans2D1" presStyleIdx="0" presStyleCnt="0"/>
      <dgm:spPr/>
    </dgm:pt>
    <dgm:pt modelId="{7CF0F692-04A6-42C3-BA7A-E5938524B0A5}" type="pres">
      <dgm:prSet presAssocID="{D2E10DAC-0DD9-486B-8A81-A8DABBCAD2EF}" presName="compNode" presStyleCnt="0"/>
      <dgm:spPr/>
    </dgm:pt>
    <dgm:pt modelId="{1F792A37-DBF8-44E8-84E7-2787A20E534F}" type="pres">
      <dgm:prSet presAssocID="{D2E10DAC-0DD9-486B-8A81-A8DABBCAD2EF}" presName="iconBgRect" presStyleLbl="bgShp" presStyleIdx="1" presStyleCnt="4"/>
      <dgm:spPr/>
    </dgm:pt>
    <dgm:pt modelId="{79B321BA-E2BA-4978-9546-839A46D20FC4}" type="pres">
      <dgm:prSet presAssocID="{D2E10DAC-0DD9-486B-8A81-A8DABBCAD2E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e"/>
        </a:ext>
      </dgm:extLst>
    </dgm:pt>
    <dgm:pt modelId="{A053DF9F-5082-4184-A0D2-FF51A1001E5E}" type="pres">
      <dgm:prSet presAssocID="{D2E10DAC-0DD9-486B-8A81-A8DABBCAD2EF}" presName="spaceRect" presStyleCnt="0"/>
      <dgm:spPr/>
    </dgm:pt>
    <dgm:pt modelId="{7F6F3590-E301-40DD-B23C-680C0AA6035C}" type="pres">
      <dgm:prSet presAssocID="{D2E10DAC-0DD9-486B-8A81-A8DABBCAD2EF}" presName="textRect" presStyleLbl="revTx" presStyleIdx="1" presStyleCnt="4">
        <dgm:presLayoutVars>
          <dgm:chMax val="1"/>
          <dgm:chPref val="1"/>
        </dgm:presLayoutVars>
      </dgm:prSet>
      <dgm:spPr/>
    </dgm:pt>
    <dgm:pt modelId="{25B162B0-0E53-4C81-9289-E1084F8973DB}" type="pres">
      <dgm:prSet presAssocID="{4D18905A-27FC-412F-805A-8E4688CAA636}" presName="sibTrans" presStyleLbl="sibTrans2D1" presStyleIdx="0" presStyleCnt="0"/>
      <dgm:spPr/>
    </dgm:pt>
    <dgm:pt modelId="{ECCCD80C-B8AF-47FE-9B94-DCB3F967B8C5}" type="pres">
      <dgm:prSet presAssocID="{9FF983E0-9B3F-462C-9006-BD4597559557}" presName="compNode" presStyleCnt="0"/>
      <dgm:spPr/>
    </dgm:pt>
    <dgm:pt modelId="{A35DB876-6323-40F7-98CD-ACF14C3FD3F0}" type="pres">
      <dgm:prSet presAssocID="{9FF983E0-9B3F-462C-9006-BD4597559557}" presName="iconBgRect" presStyleLbl="bgShp" presStyleIdx="2" presStyleCnt="4"/>
      <dgm:spPr/>
    </dgm:pt>
    <dgm:pt modelId="{5ECF80EB-868B-4AFA-A8BD-D33548520F45}" type="pres">
      <dgm:prSet presAssocID="{9FF983E0-9B3F-462C-9006-BD459755955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férencier"/>
        </a:ext>
      </dgm:extLst>
    </dgm:pt>
    <dgm:pt modelId="{04417289-A72E-42F7-861B-E9115FC5B3EC}" type="pres">
      <dgm:prSet presAssocID="{9FF983E0-9B3F-462C-9006-BD4597559557}" presName="spaceRect" presStyleCnt="0"/>
      <dgm:spPr/>
    </dgm:pt>
    <dgm:pt modelId="{C2B9CEF5-AAB4-4934-8403-BCCC80A15D2E}" type="pres">
      <dgm:prSet presAssocID="{9FF983E0-9B3F-462C-9006-BD4597559557}" presName="textRect" presStyleLbl="revTx" presStyleIdx="2" presStyleCnt="4">
        <dgm:presLayoutVars>
          <dgm:chMax val="1"/>
          <dgm:chPref val="1"/>
        </dgm:presLayoutVars>
      </dgm:prSet>
      <dgm:spPr/>
    </dgm:pt>
    <dgm:pt modelId="{9804DAC0-8734-45BA-A3C0-1FB4858EB5B7}" type="pres">
      <dgm:prSet presAssocID="{5C42158F-4EF6-4BC8-8019-660DC15994F8}" presName="sibTrans" presStyleLbl="sibTrans2D1" presStyleIdx="0" presStyleCnt="0"/>
      <dgm:spPr/>
    </dgm:pt>
    <dgm:pt modelId="{015F5EEF-5B8D-469F-BBB0-14E7D3E7C6B6}" type="pres">
      <dgm:prSet presAssocID="{62D481ED-9A5A-4876-A218-703039B7099C}" presName="compNode" presStyleCnt="0"/>
      <dgm:spPr/>
    </dgm:pt>
    <dgm:pt modelId="{439D8F07-4687-4730-923F-E9FAB6DD69B5}" type="pres">
      <dgm:prSet presAssocID="{62D481ED-9A5A-4876-A218-703039B7099C}" presName="iconBgRect" presStyleLbl="bgShp" presStyleIdx="3" presStyleCnt="4"/>
      <dgm:spPr/>
    </dgm:pt>
    <dgm:pt modelId="{7D5E6FAC-6428-4A37-A312-1FA49823C2A5}" type="pres">
      <dgm:prSet presAssocID="{62D481ED-9A5A-4876-A218-703039B7099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seignant"/>
        </a:ext>
      </dgm:extLst>
    </dgm:pt>
    <dgm:pt modelId="{E8447F58-6EE8-4E10-982D-AFE35A556ED0}" type="pres">
      <dgm:prSet presAssocID="{62D481ED-9A5A-4876-A218-703039B7099C}" presName="spaceRect" presStyleCnt="0"/>
      <dgm:spPr/>
    </dgm:pt>
    <dgm:pt modelId="{B8250F5E-E586-46AE-B969-B83334E8E2D3}" type="pres">
      <dgm:prSet presAssocID="{62D481ED-9A5A-4876-A218-703039B7099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BEC2E17-5847-4CD5-9E1E-A2E18EB719B1}" type="presOf" srcId="{E10FE654-248D-49FE-9ACF-EC8D51121CBE}" destId="{268ED454-99E5-4880-9D67-FC52DCFC71FC}" srcOrd="0" destOrd="0" presId="urn:microsoft.com/office/officeart/2018/2/layout/IconCircleList"/>
    <dgm:cxn modelId="{10C73E19-3CF3-4736-B4AD-6EFC01AA19DF}" type="presOf" srcId="{4D18905A-27FC-412F-805A-8E4688CAA636}" destId="{25B162B0-0E53-4C81-9289-E1084F8973DB}" srcOrd="0" destOrd="0" presId="urn:microsoft.com/office/officeart/2018/2/layout/IconCircleList"/>
    <dgm:cxn modelId="{F47DB633-7034-4DCF-A565-BE2F00D22B5E}" type="presOf" srcId="{D2E10DAC-0DD9-486B-8A81-A8DABBCAD2EF}" destId="{7F6F3590-E301-40DD-B23C-680C0AA6035C}" srcOrd="0" destOrd="0" presId="urn:microsoft.com/office/officeart/2018/2/layout/IconCircleList"/>
    <dgm:cxn modelId="{F3EE2441-87BB-4532-9622-2BFFFF7E15F9}" srcId="{E10FE654-248D-49FE-9ACF-EC8D51121CBE}" destId="{9FF983E0-9B3F-462C-9006-BD4597559557}" srcOrd="2" destOrd="0" parTransId="{8B318835-5AA9-4B5B-B546-BCC8187FC6DE}" sibTransId="{5C42158F-4EF6-4BC8-8019-660DC15994F8}"/>
    <dgm:cxn modelId="{A7A58F68-ABF6-44FC-A1D9-28946CCD0858}" type="presOf" srcId="{62D481ED-9A5A-4876-A218-703039B7099C}" destId="{B8250F5E-E586-46AE-B969-B83334E8E2D3}" srcOrd="0" destOrd="0" presId="urn:microsoft.com/office/officeart/2018/2/layout/IconCircleList"/>
    <dgm:cxn modelId="{0BBAD768-7E61-494E-90C9-643F433AF909}" srcId="{E10FE654-248D-49FE-9ACF-EC8D51121CBE}" destId="{D2E10DAC-0DD9-486B-8A81-A8DABBCAD2EF}" srcOrd="1" destOrd="0" parTransId="{413F046F-1646-49F6-AB9E-9BEA21ACB273}" sibTransId="{4D18905A-27FC-412F-805A-8E4688CAA636}"/>
    <dgm:cxn modelId="{F334396C-F8E3-4BA5-8202-E4E147871D91}" type="presOf" srcId="{A8247F11-21DE-491E-960F-ADF774C66FBD}" destId="{1F388026-49E1-4A86-8AC9-360182A032FE}" srcOrd="0" destOrd="0" presId="urn:microsoft.com/office/officeart/2018/2/layout/IconCircleList"/>
    <dgm:cxn modelId="{B9B48F52-69C5-4D67-948D-6E94FD237E02}" srcId="{E10FE654-248D-49FE-9ACF-EC8D51121CBE}" destId="{CE9FA94E-C7C7-4D52-A362-22F274EF3183}" srcOrd="0" destOrd="0" parTransId="{14507282-4924-4DE4-BBF9-9A992DE6B60E}" sibTransId="{A8247F11-21DE-491E-960F-ADF774C66FBD}"/>
    <dgm:cxn modelId="{FCABF054-4E86-4EA4-B550-E0CA3C9A0042}" srcId="{E10FE654-248D-49FE-9ACF-EC8D51121CBE}" destId="{62D481ED-9A5A-4876-A218-703039B7099C}" srcOrd="3" destOrd="0" parTransId="{027B195A-47C9-4B94-953E-79D1EB586EAF}" sibTransId="{68427833-7F3F-4C76-90FA-049B39AA084C}"/>
    <dgm:cxn modelId="{6F649188-F062-4971-99CA-89AE78A788A1}" type="presOf" srcId="{CE9FA94E-C7C7-4D52-A362-22F274EF3183}" destId="{B17A8E14-418E-489A-AC9F-D72EB192EE43}" srcOrd="0" destOrd="0" presId="urn:microsoft.com/office/officeart/2018/2/layout/IconCircleList"/>
    <dgm:cxn modelId="{A85C9E8A-5D78-45A7-B996-21CF9B93A6CF}" type="presOf" srcId="{9FF983E0-9B3F-462C-9006-BD4597559557}" destId="{C2B9CEF5-AAB4-4934-8403-BCCC80A15D2E}" srcOrd="0" destOrd="0" presId="urn:microsoft.com/office/officeart/2018/2/layout/IconCircleList"/>
    <dgm:cxn modelId="{96143CA2-ADCA-4FD3-B95B-7788448C6CDC}" type="presOf" srcId="{5C42158F-4EF6-4BC8-8019-660DC15994F8}" destId="{9804DAC0-8734-45BA-A3C0-1FB4858EB5B7}" srcOrd="0" destOrd="0" presId="urn:microsoft.com/office/officeart/2018/2/layout/IconCircleList"/>
    <dgm:cxn modelId="{E81FC768-C2A0-4576-99BD-7B4CF708B603}" type="presParOf" srcId="{268ED454-99E5-4880-9D67-FC52DCFC71FC}" destId="{01E5B791-EDC7-406E-B762-0510AF97B861}" srcOrd="0" destOrd="0" presId="urn:microsoft.com/office/officeart/2018/2/layout/IconCircleList"/>
    <dgm:cxn modelId="{99ABBFFE-9C52-4074-8353-B5D8B1778C2D}" type="presParOf" srcId="{01E5B791-EDC7-406E-B762-0510AF97B861}" destId="{EF0DC20F-E607-4AF7-BFD3-2E736A685E6E}" srcOrd="0" destOrd="0" presId="urn:microsoft.com/office/officeart/2018/2/layout/IconCircleList"/>
    <dgm:cxn modelId="{5032F80A-A2E7-4592-A675-2488FF067646}" type="presParOf" srcId="{EF0DC20F-E607-4AF7-BFD3-2E736A685E6E}" destId="{DBD58CC9-D738-4B04-B68D-A4E94134100E}" srcOrd="0" destOrd="0" presId="urn:microsoft.com/office/officeart/2018/2/layout/IconCircleList"/>
    <dgm:cxn modelId="{3769D38B-7C60-40FF-AF1C-1EFF211CD855}" type="presParOf" srcId="{EF0DC20F-E607-4AF7-BFD3-2E736A685E6E}" destId="{3AA4872B-6D1A-47A9-91DA-C09CC59A4690}" srcOrd="1" destOrd="0" presId="urn:microsoft.com/office/officeart/2018/2/layout/IconCircleList"/>
    <dgm:cxn modelId="{6DD21C4C-A1F0-486A-9B7C-C067B21A3E71}" type="presParOf" srcId="{EF0DC20F-E607-4AF7-BFD3-2E736A685E6E}" destId="{2B5A7F63-2E2F-4CB0-BD05-5D017AEC4274}" srcOrd="2" destOrd="0" presId="urn:microsoft.com/office/officeart/2018/2/layout/IconCircleList"/>
    <dgm:cxn modelId="{E7BBE0FD-B4AA-4CBA-A5CD-1BA7DB161BE5}" type="presParOf" srcId="{EF0DC20F-E607-4AF7-BFD3-2E736A685E6E}" destId="{B17A8E14-418E-489A-AC9F-D72EB192EE43}" srcOrd="3" destOrd="0" presId="urn:microsoft.com/office/officeart/2018/2/layout/IconCircleList"/>
    <dgm:cxn modelId="{EB2C2D54-E2BA-4AB8-965A-0CD475DE0248}" type="presParOf" srcId="{01E5B791-EDC7-406E-B762-0510AF97B861}" destId="{1F388026-49E1-4A86-8AC9-360182A032FE}" srcOrd="1" destOrd="0" presId="urn:microsoft.com/office/officeart/2018/2/layout/IconCircleList"/>
    <dgm:cxn modelId="{8A6A09C4-2871-4191-A429-241C585C0110}" type="presParOf" srcId="{01E5B791-EDC7-406E-B762-0510AF97B861}" destId="{7CF0F692-04A6-42C3-BA7A-E5938524B0A5}" srcOrd="2" destOrd="0" presId="urn:microsoft.com/office/officeart/2018/2/layout/IconCircleList"/>
    <dgm:cxn modelId="{7137A9C0-3940-41C8-B723-BC9F42DA6C84}" type="presParOf" srcId="{7CF0F692-04A6-42C3-BA7A-E5938524B0A5}" destId="{1F792A37-DBF8-44E8-84E7-2787A20E534F}" srcOrd="0" destOrd="0" presId="urn:microsoft.com/office/officeart/2018/2/layout/IconCircleList"/>
    <dgm:cxn modelId="{CD256671-0590-4432-BA58-D9446C4354D2}" type="presParOf" srcId="{7CF0F692-04A6-42C3-BA7A-E5938524B0A5}" destId="{79B321BA-E2BA-4978-9546-839A46D20FC4}" srcOrd="1" destOrd="0" presId="urn:microsoft.com/office/officeart/2018/2/layout/IconCircleList"/>
    <dgm:cxn modelId="{90E079DD-2595-406E-83BE-62F82DA55C1F}" type="presParOf" srcId="{7CF0F692-04A6-42C3-BA7A-E5938524B0A5}" destId="{A053DF9F-5082-4184-A0D2-FF51A1001E5E}" srcOrd="2" destOrd="0" presId="urn:microsoft.com/office/officeart/2018/2/layout/IconCircleList"/>
    <dgm:cxn modelId="{F46EF6DB-CD37-4E63-B695-6F867F05BA64}" type="presParOf" srcId="{7CF0F692-04A6-42C3-BA7A-E5938524B0A5}" destId="{7F6F3590-E301-40DD-B23C-680C0AA6035C}" srcOrd="3" destOrd="0" presId="urn:microsoft.com/office/officeart/2018/2/layout/IconCircleList"/>
    <dgm:cxn modelId="{D37C16B1-E3E0-4D95-A2B0-F1AB7B918A52}" type="presParOf" srcId="{01E5B791-EDC7-406E-B762-0510AF97B861}" destId="{25B162B0-0E53-4C81-9289-E1084F8973DB}" srcOrd="3" destOrd="0" presId="urn:microsoft.com/office/officeart/2018/2/layout/IconCircleList"/>
    <dgm:cxn modelId="{62FFA94B-6064-467E-B1CB-3E7E72AD1946}" type="presParOf" srcId="{01E5B791-EDC7-406E-B762-0510AF97B861}" destId="{ECCCD80C-B8AF-47FE-9B94-DCB3F967B8C5}" srcOrd="4" destOrd="0" presId="urn:microsoft.com/office/officeart/2018/2/layout/IconCircleList"/>
    <dgm:cxn modelId="{7E9D8D39-C5E0-4AC9-9230-7A0D3FC5F81D}" type="presParOf" srcId="{ECCCD80C-B8AF-47FE-9B94-DCB3F967B8C5}" destId="{A35DB876-6323-40F7-98CD-ACF14C3FD3F0}" srcOrd="0" destOrd="0" presId="urn:microsoft.com/office/officeart/2018/2/layout/IconCircleList"/>
    <dgm:cxn modelId="{141699E1-AA5F-4700-B205-5AA425BAE954}" type="presParOf" srcId="{ECCCD80C-B8AF-47FE-9B94-DCB3F967B8C5}" destId="{5ECF80EB-868B-4AFA-A8BD-D33548520F45}" srcOrd="1" destOrd="0" presId="urn:microsoft.com/office/officeart/2018/2/layout/IconCircleList"/>
    <dgm:cxn modelId="{258FBAD4-9F4E-44A3-9B0D-304479FA5513}" type="presParOf" srcId="{ECCCD80C-B8AF-47FE-9B94-DCB3F967B8C5}" destId="{04417289-A72E-42F7-861B-E9115FC5B3EC}" srcOrd="2" destOrd="0" presId="urn:microsoft.com/office/officeart/2018/2/layout/IconCircleList"/>
    <dgm:cxn modelId="{4E52E9F3-2E2E-4C48-94D7-33CDBF058631}" type="presParOf" srcId="{ECCCD80C-B8AF-47FE-9B94-DCB3F967B8C5}" destId="{C2B9CEF5-AAB4-4934-8403-BCCC80A15D2E}" srcOrd="3" destOrd="0" presId="urn:microsoft.com/office/officeart/2018/2/layout/IconCircleList"/>
    <dgm:cxn modelId="{70F2A923-9A5C-4F7B-9C50-9056EC3681CA}" type="presParOf" srcId="{01E5B791-EDC7-406E-B762-0510AF97B861}" destId="{9804DAC0-8734-45BA-A3C0-1FB4858EB5B7}" srcOrd="5" destOrd="0" presId="urn:microsoft.com/office/officeart/2018/2/layout/IconCircleList"/>
    <dgm:cxn modelId="{98FB1444-719B-42B6-A928-E58C512481BD}" type="presParOf" srcId="{01E5B791-EDC7-406E-B762-0510AF97B861}" destId="{015F5EEF-5B8D-469F-BBB0-14E7D3E7C6B6}" srcOrd="6" destOrd="0" presId="urn:microsoft.com/office/officeart/2018/2/layout/IconCircleList"/>
    <dgm:cxn modelId="{2B4545A5-8695-4960-AF94-B74A311E7E68}" type="presParOf" srcId="{015F5EEF-5B8D-469F-BBB0-14E7D3E7C6B6}" destId="{439D8F07-4687-4730-923F-E9FAB6DD69B5}" srcOrd="0" destOrd="0" presId="urn:microsoft.com/office/officeart/2018/2/layout/IconCircleList"/>
    <dgm:cxn modelId="{D3D45049-8F49-43CE-B5C7-0A47FDF60255}" type="presParOf" srcId="{015F5EEF-5B8D-469F-BBB0-14E7D3E7C6B6}" destId="{7D5E6FAC-6428-4A37-A312-1FA49823C2A5}" srcOrd="1" destOrd="0" presId="urn:microsoft.com/office/officeart/2018/2/layout/IconCircleList"/>
    <dgm:cxn modelId="{4527EBC4-C017-4A2F-A04C-389230AFB698}" type="presParOf" srcId="{015F5EEF-5B8D-469F-BBB0-14E7D3E7C6B6}" destId="{E8447F58-6EE8-4E10-982D-AFE35A556ED0}" srcOrd="2" destOrd="0" presId="urn:microsoft.com/office/officeart/2018/2/layout/IconCircleList"/>
    <dgm:cxn modelId="{8F57CC55-9173-4980-8BB3-333F3EAC1613}" type="presParOf" srcId="{015F5EEF-5B8D-469F-BBB0-14E7D3E7C6B6}" destId="{B8250F5E-E586-46AE-B969-B83334E8E2D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6D3622-C371-4819-8207-D98FC9ED5F34}">
      <dsp:nvSpPr>
        <dsp:cNvPr id="0" name=""/>
        <dsp:cNvSpPr/>
      </dsp:nvSpPr>
      <dsp:spPr>
        <a:xfrm>
          <a:off x="0" y="430"/>
          <a:ext cx="5532319" cy="100622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150BF8-F321-4646-B91C-F19E175911FE}">
      <dsp:nvSpPr>
        <dsp:cNvPr id="0" name=""/>
        <dsp:cNvSpPr/>
      </dsp:nvSpPr>
      <dsp:spPr>
        <a:xfrm>
          <a:off x="304384" y="226831"/>
          <a:ext cx="553426" cy="5534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B5A9C9-4DD0-4D87-A58B-CACEDAC814E3}">
      <dsp:nvSpPr>
        <dsp:cNvPr id="0" name=""/>
        <dsp:cNvSpPr/>
      </dsp:nvSpPr>
      <dsp:spPr>
        <a:xfrm>
          <a:off x="1162194" y="430"/>
          <a:ext cx="4370124" cy="10062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493" tIns="106493" rIns="106493" bIns="106493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Bachelor degree in informatics (University of Strasbourg ) - parcours CMI</a:t>
          </a:r>
          <a:endParaRPr lang="en-US" sz="1700" kern="1200"/>
        </a:p>
      </dsp:txBody>
      <dsp:txXfrm>
        <a:off x="1162194" y="430"/>
        <a:ext cx="4370124" cy="1006229"/>
      </dsp:txXfrm>
    </dsp:sp>
    <dsp:sp modelId="{B737B686-8F0A-470E-B7FF-C938592A10F9}">
      <dsp:nvSpPr>
        <dsp:cNvPr id="0" name=""/>
        <dsp:cNvSpPr/>
      </dsp:nvSpPr>
      <dsp:spPr>
        <a:xfrm>
          <a:off x="0" y="1258216"/>
          <a:ext cx="5532319" cy="100622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52A98F-D760-4E3D-9DD9-C0C1145EB33C}">
      <dsp:nvSpPr>
        <dsp:cNvPr id="0" name=""/>
        <dsp:cNvSpPr/>
      </dsp:nvSpPr>
      <dsp:spPr>
        <a:xfrm>
          <a:off x="304384" y="1484618"/>
          <a:ext cx="553426" cy="5534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3CBAFB-9A15-4B82-9B7B-79CB2D619CE5}">
      <dsp:nvSpPr>
        <dsp:cNvPr id="0" name=""/>
        <dsp:cNvSpPr/>
      </dsp:nvSpPr>
      <dsp:spPr>
        <a:xfrm>
          <a:off x="1162194" y="1258216"/>
          <a:ext cx="4370124" cy="10062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493" tIns="106493" rIns="106493" bIns="106493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Engineering student (M1) -  Architecture, Systems &amp; Networks</a:t>
          </a:r>
          <a:endParaRPr lang="en-US" sz="1700" kern="1200"/>
        </a:p>
      </dsp:txBody>
      <dsp:txXfrm>
        <a:off x="1162194" y="1258216"/>
        <a:ext cx="4370124" cy="1006229"/>
      </dsp:txXfrm>
    </dsp:sp>
    <dsp:sp modelId="{0E90CCA3-0F81-463D-88AF-CB9641362DA7}">
      <dsp:nvSpPr>
        <dsp:cNvPr id="0" name=""/>
        <dsp:cNvSpPr/>
      </dsp:nvSpPr>
      <dsp:spPr>
        <a:xfrm>
          <a:off x="0" y="2516003"/>
          <a:ext cx="5532319" cy="100622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FC5B36-97CB-4D44-8A3F-81559AF95930}">
      <dsp:nvSpPr>
        <dsp:cNvPr id="0" name=""/>
        <dsp:cNvSpPr/>
      </dsp:nvSpPr>
      <dsp:spPr>
        <a:xfrm>
          <a:off x="304384" y="2742405"/>
          <a:ext cx="553426" cy="5534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D8F8D1-CCF1-4D4C-9EFF-70ADBA8DCCFD}">
      <dsp:nvSpPr>
        <dsp:cNvPr id="0" name=""/>
        <dsp:cNvSpPr/>
      </dsp:nvSpPr>
      <dsp:spPr>
        <a:xfrm>
          <a:off x="1162194" y="2516003"/>
          <a:ext cx="4370124" cy="10062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493" tIns="106493" rIns="106493" bIns="106493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Target specialization (M2) :  Infrastructure, Big Data &amp; IoT</a:t>
          </a:r>
          <a:endParaRPr lang="en-US" sz="1700" kern="1200"/>
        </a:p>
      </dsp:txBody>
      <dsp:txXfrm>
        <a:off x="1162194" y="2516003"/>
        <a:ext cx="4370124" cy="10062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392646-42F5-4BF1-9782-7365EBCFC4E2}">
      <dsp:nvSpPr>
        <dsp:cNvPr id="0" name=""/>
        <dsp:cNvSpPr/>
      </dsp:nvSpPr>
      <dsp:spPr>
        <a:xfrm>
          <a:off x="0" y="736080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F14634-3CF1-48B7-BC19-A7FC1AFA35F9}">
      <dsp:nvSpPr>
        <dsp:cNvPr id="0" name=""/>
        <dsp:cNvSpPr/>
      </dsp:nvSpPr>
      <dsp:spPr>
        <a:xfrm>
          <a:off x="328612" y="1048262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>
              <a:latin typeface="Calibri"/>
              <a:ea typeface="Calibri"/>
              <a:cs typeface="Calibri"/>
            </a:rPr>
            <a:t>Academic </a:t>
          </a:r>
          <a:r>
            <a:rPr lang="fr-FR" sz="2600" kern="1200" dirty="0" err="1">
              <a:latin typeface="Calibri"/>
              <a:ea typeface="Calibri"/>
              <a:cs typeface="Calibri"/>
            </a:rPr>
            <a:t>Researcher</a:t>
          </a:r>
          <a:r>
            <a:rPr lang="fr-FR" sz="2600" kern="1200" dirty="0">
              <a:latin typeface="Calibri"/>
              <a:ea typeface="Calibri"/>
              <a:cs typeface="Calibri"/>
            </a:rPr>
            <a:t> / Enseignant-Chercheur</a:t>
          </a:r>
          <a:endParaRPr lang="fr-FR" sz="2600" kern="1200" dirty="0">
            <a:latin typeface="Sabon Next LT"/>
          </a:endParaRPr>
        </a:p>
      </dsp:txBody>
      <dsp:txXfrm>
        <a:off x="383617" y="1103267"/>
        <a:ext cx="2847502" cy="1768010"/>
      </dsp:txXfrm>
    </dsp:sp>
    <dsp:sp modelId="{FD3F3087-BFDE-45A4-9E66-DBDCDA6D32CA}">
      <dsp:nvSpPr>
        <dsp:cNvPr id="0" name=""/>
        <dsp:cNvSpPr/>
      </dsp:nvSpPr>
      <dsp:spPr>
        <a:xfrm>
          <a:off x="3614737" y="736080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0AC4B6-D03A-40C3-A09B-606C4D9EA19A}">
      <dsp:nvSpPr>
        <dsp:cNvPr id="0" name=""/>
        <dsp:cNvSpPr/>
      </dsp:nvSpPr>
      <dsp:spPr>
        <a:xfrm>
          <a:off x="3943350" y="1048262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b="0" kern="1200" dirty="0">
              <a:latin typeface="Calibri"/>
              <a:ea typeface="Calibri"/>
              <a:cs typeface="Calibri"/>
            </a:rPr>
            <a:t>R&amp;D </a:t>
          </a:r>
          <a:r>
            <a:rPr lang="fr-FR" sz="2600" b="0" kern="1200" dirty="0" err="1">
              <a:latin typeface="Calibri"/>
              <a:ea typeface="Calibri"/>
              <a:cs typeface="Calibri"/>
            </a:rPr>
            <a:t>Engineer</a:t>
          </a:r>
          <a:r>
            <a:rPr lang="fr-FR" sz="2600" b="0" kern="1200" dirty="0">
              <a:latin typeface="Calibri"/>
              <a:ea typeface="Calibri"/>
              <a:cs typeface="Calibri"/>
            </a:rPr>
            <a:t> (</a:t>
          </a:r>
          <a:r>
            <a:rPr lang="fr-FR" sz="2600" b="0" kern="1200" dirty="0" err="1">
              <a:latin typeface="Calibri"/>
              <a:ea typeface="Calibri"/>
              <a:cs typeface="Calibri"/>
            </a:rPr>
            <a:t>Research</a:t>
          </a:r>
          <a:r>
            <a:rPr lang="fr-FR" sz="2600" b="0" kern="1200" dirty="0">
              <a:latin typeface="Calibri"/>
              <a:ea typeface="Calibri"/>
              <a:cs typeface="Calibri"/>
            </a:rPr>
            <a:t> &amp; </a:t>
          </a:r>
          <a:r>
            <a:rPr lang="fr-FR" sz="2600" b="0" kern="1200" dirty="0" err="1">
              <a:latin typeface="Calibri"/>
              <a:ea typeface="Calibri"/>
              <a:cs typeface="Calibri"/>
            </a:rPr>
            <a:t>Development</a:t>
          </a:r>
          <a:r>
            <a:rPr lang="fr-FR" sz="2600" b="0" kern="1200" dirty="0">
              <a:latin typeface="Calibri"/>
              <a:ea typeface="Calibri"/>
              <a:cs typeface="Calibri"/>
            </a:rPr>
            <a:t> </a:t>
          </a:r>
          <a:r>
            <a:rPr lang="fr-FR" sz="2600" b="0" kern="1200" dirty="0" err="1">
              <a:latin typeface="Calibri"/>
              <a:ea typeface="Calibri"/>
              <a:cs typeface="Calibri"/>
            </a:rPr>
            <a:t>Engineer</a:t>
          </a:r>
          <a:r>
            <a:rPr lang="fr-FR" sz="2600" b="0" kern="1200" dirty="0">
              <a:latin typeface="Calibri"/>
              <a:ea typeface="Calibri"/>
              <a:cs typeface="Calibri"/>
            </a:rPr>
            <a:t>)</a:t>
          </a:r>
        </a:p>
      </dsp:txBody>
      <dsp:txXfrm>
        <a:off x="3998355" y="1103267"/>
        <a:ext cx="2847502" cy="1768010"/>
      </dsp:txXfrm>
    </dsp:sp>
    <dsp:sp modelId="{105F0E1A-6A3B-46D1-83ED-039036DB1D5F}">
      <dsp:nvSpPr>
        <dsp:cNvPr id="0" name=""/>
        <dsp:cNvSpPr/>
      </dsp:nvSpPr>
      <dsp:spPr>
        <a:xfrm>
          <a:off x="7229475" y="736080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630494-43A1-4BA9-98DA-E5E86825715C}">
      <dsp:nvSpPr>
        <dsp:cNvPr id="0" name=""/>
        <dsp:cNvSpPr/>
      </dsp:nvSpPr>
      <dsp:spPr>
        <a:xfrm>
          <a:off x="7558087" y="1048262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b="0" kern="1200" dirty="0" err="1"/>
            <a:t>Industry</a:t>
          </a:r>
          <a:r>
            <a:rPr lang="fr-FR" sz="2600" b="0" kern="1200" dirty="0"/>
            <a:t> </a:t>
          </a:r>
          <a:r>
            <a:rPr lang="fr-FR" sz="2600" b="0" kern="1200" dirty="0" err="1"/>
            <a:t>Engineer</a:t>
          </a:r>
          <a:r>
            <a:rPr lang="fr-FR" sz="2600" b="0" kern="1200" dirty="0"/>
            <a:t> + </a:t>
          </a:r>
          <a:r>
            <a:rPr lang="fr-FR" sz="2600" b="0" kern="1200" dirty="0" err="1"/>
            <a:t>External</a:t>
          </a:r>
          <a:r>
            <a:rPr lang="fr-FR" sz="2600" b="0" kern="1200" dirty="0"/>
            <a:t> </a:t>
          </a:r>
          <a:r>
            <a:rPr lang="fr-FR" sz="2600" b="0" kern="1200" dirty="0" err="1"/>
            <a:t>Lecturer</a:t>
          </a:r>
          <a:r>
            <a:rPr lang="fr-FR" sz="2600" b="0" kern="1200" dirty="0"/>
            <a:t> at a </a:t>
          </a:r>
          <a:r>
            <a:rPr lang="fr-FR" sz="2600" b="0" kern="1200" dirty="0" err="1"/>
            <a:t>University</a:t>
          </a:r>
          <a:endParaRPr lang="en-US" sz="2600" b="0" kern="1200" dirty="0" err="1"/>
        </a:p>
      </dsp:txBody>
      <dsp:txXfrm>
        <a:off x="7613092" y="1103267"/>
        <a:ext cx="2847502" cy="17680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8D506B-E1CF-4542-8B67-7BDE9937CAB7}">
      <dsp:nvSpPr>
        <dsp:cNvPr id="0" name=""/>
        <dsp:cNvSpPr/>
      </dsp:nvSpPr>
      <dsp:spPr>
        <a:xfrm>
          <a:off x="0" y="576"/>
          <a:ext cx="11274612" cy="134991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EECCFF-B2DB-4CBF-AE79-E8E95C84F9E1}">
      <dsp:nvSpPr>
        <dsp:cNvPr id="0" name=""/>
        <dsp:cNvSpPr/>
      </dsp:nvSpPr>
      <dsp:spPr>
        <a:xfrm>
          <a:off x="408348" y="304307"/>
          <a:ext cx="742452" cy="7424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C7F7BE-4BC2-41C8-B43A-3329905F48A2}">
      <dsp:nvSpPr>
        <dsp:cNvPr id="0" name=""/>
        <dsp:cNvSpPr/>
      </dsp:nvSpPr>
      <dsp:spPr>
        <a:xfrm>
          <a:off x="1559149" y="576"/>
          <a:ext cx="5073575" cy="134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866" tIns="142866" rIns="142866" bIns="14286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2 Professional </a:t>
          </a:r>
          <a:r>
            <a:rPr lang="fr-FR" sz="2500" kern="1200" err="1"/>
            <a:t>Internships</a:t>
          </a:r>
          <a:r>
            <a:rPr lang="fr-FR" sz="2500" kern="1200"/>
            <a:t> : </a:t>
          </a:r>
          <a:endParaRPr lang="en-US" sz="2500" kern="1200"/>
        </a:p>
      </dsp:txBody>
      <dsp:txXfrm>
        <a:off x="1559149" y="576"/>
        <a:ext cx="5073575" cy="1349912"/>
      </dsp:txXfrm>
    </dsp:sp>
    <dsp:sp modelId="{27B3DE6F-F781-4122-B08A-0747EB05A7DF}">
      <dsp:nvSpPr>
        <dsp:cNvPr id="0" name=""/>
        <dsp:cNvSpPr/>
      </dsp:nvSpPr>
      <dsp:spPr>
        <a:xfrm>
          <a:off x="6632724" y="576"/>
          <a:ext cx="4641887" cy="134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866" tIns="142866" rIns="142866" bIns="142866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 err="1"/>
            <a:t>Company</a:t>
          </a:r>
          <a:r>
            <a:rPr lang="fr-FR" sz="1300" kern="1200"/>
            <a:t> — SMART WATERS (Nice) : Data </a:t>
          </a:r>
          <a:r>
            <a:rPr lang="fr-FR" sz="1300" kern="1200" err="1"/>
            <a:t>analysis</a:t>
          </a:r>
          <a:r>
            <a:rPr lang="fr-FR" sz="1300" kern="1200"/>
            <a:t> &amp; </a:t>
          </a:r>
          <a:r>
            <a:rPr lang="fr-FR" sz="1300" kern="1200" err="1"/>
            <a:t>processing</a:t>
          </a:r>
          <a:endParaRPr lang="en-US" sz="1300" kern="1200" err="1"/>
        </a:p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 err="1"/>
            <a:t>Research</a:t>
          </a:r>
          <a:r>
            <a:rPr lang="fr-FR" sz="1300" kern="1200"/>
            <a:t> </a:t>
          </a:r>
          <a:r>
            <a:rPr lang="fr-FR" sz="1300" kern="1200" err="1"/>
            <a:t>Laboratory</a:t>
          </a:r>
          <a:r>
            <a:rPr lang="fr-FR" sz="1300" kern="1200"/>
            <a:t> — </a:t>
          </a:r>
          <a:r>
            <a:rPr lang="fr-FR" sz="1300" kern="1200" err="1"/>
            <a:t>ICube</a:t>
          </a:r>
          <a:r>
            <a:rPr lang="fr-FR" sz="1300" kern="1200"/>
            <a:t> (Strasbourg): </a:t>
          </a:r>
          <a:r>
            <a:rPr lang="fr-FR" sz="1300" kern="1200" err="1"/>
            <a:t>Localization</a:t>
          </a:r>
          <a:r>
            <a:rPr lang="fr-FR" sz="1300" kern="1200"/>
            <a:t> </a:t>
          </a:r>
          <a:r>
            <a:rPr lang="fr-FR" sz="1300" kern="1200" err="1"/>
            <a:t>Using</a:t>
          </a:r>
          <a:r>
            <a:rPr lang="fr-FR" sz="1300" kern="1200"/>
            <a:t> Ultra-</a:t>
          </a:r>
          <a:r>
            <a:rPr lang="fr-FR" sz="1300" kern="1200" err="1"/>
            <a:t>Wideband</a:t>
          </a:r>
          <a:r>
            <a:rPr lang="fr-FR" sz="1300" kern="1200"/>
            <a:t> (UWB) Radio </a:t>
          </a:r>
          <a:r>
            <a:rPr lang="fr-FR" sz="1300" kern="1200" err="1"/>
            <a:t>Signals</a:t>
          </a:r>
          <a:endParaRPr lang="en-US" sz="1300" kern="1200" err="1"/>
        </a:p>
      </dsp:txBody>
      <dsp:txXfrm>
        <a:off x="6632724" y="576"/>
        <a:ext cx="4641887" cy="1349912"/>
      </dsp:txXfrm>
    </dsp:sp>
    <dsp:sp modelId="{27B50604-3302-4142-9544-870C8E19C10E}">
      <dsp:nvSpPr>
        <dsp:cNvPr id="0" name=""/>
        <dsp:cNvSpPr/>
      </dsp:nvSpPr>
      <dsp:spPr>
        <a:xfrm>
          <a:off x="0" y="1687968"/>
          <a:ext cx="11274612" cy="134991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F04D8F-316E-4019-98BB-43CD648D78C6}">
      <dsp:nvSpPr>
        <dsp:cNvPr id="0" name=""/>
        <dsp:cNvSpPr/>
      </dsp:nvSpPr>
      <dsp:spPr>
        <a:xfrm>
          <a:off x="408348" y="1991698"/>
          <a:ext cx="742452" cy="7424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B18775-BF64-4574-9B3F-0295779E2B11}">
      <dsp:nvSpPr>
        <dsp:cNvPr id="0" name=""/>
        <dsp:cNvSpPr/>
      </dsp:nvSpPr>
      <dsp:spPr>
        <a:xfrm>
          <a:off x="1559149" y="1687968"/>
          <a:ext cx="9715462" cy="134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866" tIns="142866" rIns="142866" bIns="14286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Private Tutoring for University-Level Students in Mathematics and Computer Science</a:t>
          </a:r>
          <a:endParaRPr lang="en-US" sz="2500" kern="1200"/>
        </a:p>
      </dsp:txBody>
      <dsp:txXfrm>
        <a:off x="1559149" y="1687968"/>
        <a:ext cx="9715462" cy="1349912"/>
      </dsp:txXfrm>
    </dsp:sp>
    <dsp:sp modelId="{CDA0629A-BAD0-4170-8DB6-1210787E03FC}">
      <dsp:nvSpPr>
        <dsp:cNvPr id="0" name=""/>
        <dsp:cNvSpPr/>
      </dsp:nvSpPr>
      <dsp:spPr>
        <a:xfrm>
          <a:off x="0" y="3375359"/>
          <a:ext cx="11274612" cy="134991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6B0977-060C-4B89-AE4C-7D627C53CD7F}">
      <dsp:nvSpPr>
        <dsp:cNvPr id="0" name=""/>
        <dsp:cNvSpPr/>
      </dsp:nvSpPr>
      <dsp:spPr>
        <a:xfrm>
          <a:off x="408348" y="3679089"/>
          <a:ext cx="742452" cy="7424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2F59E2-53D1-4162-97E0-CECA3D8DA327}">
      <dsp:nvSpPr>
        <dsp:cNvPr id="0" name=""/>
        <dsp:cNvSpPr/>
      </dsp:nvSpPr>
      <dsp:spPr>
        <a:xfrm>
          <a:off x="1559149" y="3375359"/>
          <a:ext cx="9715462" cy="134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866" tIns="142866" rIns="142866" bIns="14286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Academic &amp; Technical Projects : Bachelor Final-Year Project (L3), </a:t>
          </a:r>
          <a:r>
            <a:rPr lang="fr-FR" sz="2500" kern="1200" err="1"/>
            <a:t>Assembly</a:t>
          </a:r>
          <a:r>
            <a:rPr lang="fr-FR" sz="2500" kern="1200"/>
            <a:t> </a:t>
          </a:r>
          <a:r>
            <a:rPr lang="fr-FR" sz="2500" kern="1200" err="1"/>
            <a:t>project</a:t>
          </a:r>
          <a:r>
            <a:rPr lang="fr-FR" sz="2500" kern="1200"/>
            <a:t>, etc.</a:t>
          </a:r>
          <a:endParaRPr lang="en-US" sz="2500" kern="1200"/>
        </a:p>
      </dsp:txBody>
      <dsp:txXfrm>
        <a:off x="1559149" y="3375359"/>
        <a:ext cx="9715462" cy="13499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D58CC9-D738-4B04-B68D-A4E94134100E}">
      <dsp:nvSpPr>
        <dsp:cNvPr id="0" name=""/>
        <dsp:cNvSpPr/>
      </dsp:nvSpPr>
      <dsp:spPr>
        <a:xfrm>
          <a:off x="212335" y="183965"/>
          <a:ext cx="1335915" cy="13359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A4872B-6D1A-47A9-91DA-C09CC59A4690}">
      <dsp:nvSpPr>
        <dsp:cNvPr id="0" name=""/>
        <dsp:cNvSpPr/>
      </dsp:nvSpPr>
      <dsp:spPr>
        <a:xfrm>
          <a:off x="492877" y="464507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7A8E14-418E-489A-AC9F-D72EB192EE43}">
      <dsp:nvSpPr>
        <dsp:cNvPr id="0" name=""/>
        <dsp:cNvSpPr/>
      </dsp:nvSpPr>
      <dsp:spPr>
        <a:xfrm>
          <a:off x="1834517" y="183965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kern="1200" err="1"/>
            <a:t>Internships</a:t>
          </a:r>
          <a:r>
            <a:rPr lang="fr-FR" sz="1700" b="1" kern="1200"/>
            <a:t>:</a:t>
          </a:r>
          <a:r>
            <a:rPr lang="fr-FR" sz="1700" kern="1200"/>
            <a:t> </a:t>
          </a:r>
          <a:r>
            <a:rPr lang="fr-FR" sz="1700" kern="1200" err="1"/>
            <a:t>Exposure</a:t>
          </a:r>
          <a:r>
            <a:rPr lang="fr-FR" sz="1700" kern="1200"/>
            <a:t> to </a:t>
          </a:r>
          <a:r>
            <a:rPr lang="fr-FR" sz="1700" kern="1200" err="1"/>
            <a:t>industrial</a:t>
          </a:r>
          <a:r>
            <a:rPr lang="fr-FR" sz="1700" kern="1200"/>
            <a:t> and </a:t>
          </a:r>
          <a:r>
            <a:rPr lang="fr-FR" sz="1700" kern="1200" err="1"/>
            <a:t>research</a:t>
          </a:r>
          <a:r>
            <a:rPr lang="fr-FR" sz="1700" kern="1200"/>
            <a:t> </a:t>
          </a:r>
          <a:r>
            <a:rPr lang="fr-FR" sz="1700" kern="1200" err="1"/>
            <a:t>environments</a:t>
          </a:r>
          <a:r>
            <a:rPr lang="fr-FR" sz="1700" kern="1200"/>
            <a:t> → </a:t>
          </a:r>
          <a:r>
            <a:rPr lang="fr-FR" sz="1700" kern="1200" err="1"/>
            <a:t>stronger</a:t>
          </a:r>
          <a:r>
            <a:rPr lang="fr-FR" sz="1700" kern="1200"/>
            <a:t> </a:t>
          </a:r>
          <a:r>
            <a:rPr lang="fr-FR" sz="1700" kern="1200" err="1"/>
            <a:t>interest</a:t>
          </a:r>
          <a:r>
            <a:rPr lang="fr-FR" sz="1700" kern="1200"/>
            <a:t> in </a:t>
          </a:r>
          <a:r>
            <a:rPr lang="fr-FR" sz="1700" kern="1200" err="1"/>
            <a:t>laboratory-based</a:t>
          </a:r>
          <a:r>
            <a:rPr lang="fr-FR" sz="1700" kern="1200"/>
            <a:t> </a:t>
          </a:r>
          <a:r>
            <a:rPr lang="fr-FR" sz="1700" kern="1200" err="1"/>
            <a:t>research</a:t>
          </a:r>
          <a:endParaRPr lang="en-US" sz="1700" kern="1200"/>
        </a:p>
      </dsp:txBody>
      <dsp:txXfrm>
        <a:off x="1834517" y="183965"/>
        <a:ext cx="3148942" cy="1335915"/>
      </dsp:txXfrm>
    </dsp:sp>
    <dsp:sp modelId="{1F792A37-DBF8-44E8-84E7-2787A20E534F}">
      <dsp:nvSpPr>
        <dsp:cNvPr id="0" name=""/>
        <dsp:cNvSpPr/>
      </dsp:nvSpPr>
      <dsp:spPr>
        <a:xfrm>
          <a:off x="5532139" y="183965"/>
          <a:ext cx="1335915" cy="13359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B321BA-E2BA-4978-9546-839A46D20FC4}">
      <dsp:nvSpPr>
        <dsp:cNvPr id="0" name=""/>
        <dsp:cNvSpPr/>
      </dsp:nvSpPr>
      <dsp:spPr>
        <a:xfrm>
          <a:off x="5812681" y="464507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6F3590-E301-40DD-B23C-680C0AA6035C}">
      <dsp:nvSpPr>
        <dsp:cNvPr id="0" name=""/>
        <dsp:cNvSpPr/>
      </dsp:nvSpPr>
      <dsp:spPr>
        <a:xfrm>
          <a:off x="7154322" y="183965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kern="1200" err="1"/>
            <a:t>Research</a:t>
          </a:r>
          <a:r>
            <a:rPr lang="fr-FR" sz="1700" b="1" kern="1200"/>
            <a:t> </a:t>
          </a:r>
          <a:r>
            <a:rPr lang="fr-FR" sz="1700" b="1" kern="1200" err="1"/>
            <a:t>Environment</a:t>
          </a:r>
          <a:r>
            <a:rPr lang="fr-FR" sz="1700" b="1" kern="1200"/>
            <a:t>: </a:t>
          </a:r>
          <a:r>
            <a:rPr lang="fr-FR" sz="1700" kern="1200"/>
            <a:t>Positive influence of </a:t>
          </a:r>
          <a:r>
            <a:rPr lang="fr-FR" sz="1700" kern="1200" err="1"/>
            <a:t>supervisors</a:t>
          </a:r>
          <a:r>
            <a:rPr lang="fr-FR" sz="1700" kern="1200"/>
            <a:t> and PhD </a:t>
          </a:r>
          <a:r>
            <a:rPr lang="fr-FR" sz="1700" kern="1200" err="1"/>
            <a:t>researchers</a:t>
          </a:r>
          <a:r>
            <a:rPr lang="fr-FR" sz="1700" kern="1200"/>
            <a:t> on </a:t>
          </a:r>
          <a:r>
            <a:rPr lang="fr-FR" sz="1700" kern="1200" err="1"/>
            <a:t>my</a:t>
          </a:r>
          <a:r>
            <a:rPr lang="fr-FR" sz="1700" kern="1200"/>
            <a:t> </a:t>
          </a:r>
          <a:r>
            <a:rPr lang="fr-FR" sz="1700" kern="1200" err="1"/>
            <a:t>academic</a:t>
          </a:r>
          <a:r>
            <a:rPr lang="fr-FR" sz="1700" kern="1200"/>
            <a:t> motivation</a:t>
          </a:r>
          <a:endParaRPr lang="en-US" sz="1700" kern="1200"/>
        </a:p>
      </dsp:txBody>
      <dsp:txXfrm>
        <a:off x="7154322" y="183965"/>
        <a:ext cx="3148942" cy="1335915"/>
      </dsp:txXfrm>
    </dsp:sp>
    <dsp:sp modelId="{A35DB876-6323-40F7-98CD-ACF14C3FD3F0}">
      <dsp:nvSpPr>
        <dsp:cNvPr id="0" name=""/>
        <dsp:cNvSpPr/>
      </dsp:nvSpPr>
      <dsp:spPr>
        <a:xfrm>
          <a:off x="212335" y="2142482"/>
          <a:ext cx="1335915" cy="13359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CF80EB-868B-4AFA-A8BD-D33548520F45}">
      <dsp:nvSpPr>
        <dsp:cNvPr id="0" name=""/>
        <dsp:cNvSpPr/>
      </dsp:nvSpPr>
      <dsp:spPr>
        <a:xfrm>
          <a:off x="492877" y="2423024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B9CEF5-AAB4-4934-8403-BCCC80A15D2E}">
      <dsp:nvSpPr>
        <dsp:cNvPr id="0" name=""/>
        <dsp:cNvSpPr/>
      </dsp:nvSpPr>
      <dsp:spPr>
        <a:xfrm>
          <a:off x="1834517" y="214248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kern="1200" err="1"/>
            <a:t>Personal</a:t>
          </a:r>
          <a:r>
            <a:rPr lang="fr-FR" sz="1700" b="1" kern="1200"/>
            <a:t> Validation: </a:t>
          </a:r>
          <a:r>
            <a:rPr lang="fr-FR" sz="1700" kern="1200" err="1"/>
            <a:t>Preference</a:t>
          </a:r>
          <a:r>
            <a:rPr lang="fr-FR" sz="1700" kern="1200"/>
            <a:t> for long-</a:t>
          </a:r>
          <a:r>
            <a:rPr lang="fr-FR" sz="1700" kern="1200" err="1"/>
            <a:t>term</a:t>
          </a:r>
          <a:r>
            <a:rPr lang="fr-FR" sz="1700" kern="1200"/>
            <a:t>, </a:t>
          </a:r>
          <a:r>
            <a:rPr lang="fr-FR" sz="1700" kern="1200" err="1"/>
            <a:t>challenging</a:t>
          </a:r>
          <a:r>
            <a:rPr lang="fr-FR" sz="1700" kern="1200"/>
            <a:t> </a:t>
          </a:r>
          <a:r>
            <a:rPr lang="fr-FR" sz="1700" kern="1200" err="1"/>
            <a:t>problems</a:t>
          </a:r>
          <a:r>
            <a:rPr lang="fr-FR" sz="1700" kern="1200"/>
            <a:t> in </a:t>
          </a:r>
          <a:r>
            <a:rPr lang="fr-FR" sz="1700" kern="1200" err="1"/>
            <a:t>systems</a:t>
          </a:r>
          <a:r>
            <a:rPr lang="fr-FR" sz="1700" kern="1200"/>
            <a:t> and networks</a:t>
          </a:r>
          <a:endParaRPr lang="en-US" sz="1700" kern="1200">
            <a:latin typeface="Sabon Next LT"/>
          </a:endParaRPr>
        </a:p>
      </dsp:txBody>
      <dsp:txXfrm>
        <a:off x="1834517" y="2142482"/>
        <a:ext cx="3148942" cy="1335915"/>
      </dsp:txXfrm>
    </dsp:sp>
    <dsp:sp modelId="{439D8F07-4687-4730-923F-E9FAB6DD69B5}">
      <dsp:nvSpPr>
        <dsp:cNvPr id="0" name=""/>
        <dsp:cNvSpPr/>
      </dsp:nvSpPr>
      <dsp:spPr>
        <a:xfrm>
          <a:off x="5532139" y="2142482"/>
          <a:ext cx="1335915" cy="13359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5E6FAC-6428-4A37-A312-1FA49823C2A5}">
      <dsp:nvSpPr>
        <dsp:cNvPr id="0" name=""/>
        <dsp:cNvSpPr/>
      </dsp:nvSpPr>
      <dsp:spPr>
        <a:xfrm>
          <a:off x="5812681" y="2423024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250F5E-E586-46AE-B969-B83334E8E2D3}">
      <dsp:nvSpPr>
        <dsp:cNvPr id="0" name=""/>
        <dsp:cNvSpPr/>
      </dsp:nvSpPr>
      <dsp:spPr>
        <a:xfrm>
          <a:off x="7154322" y="214248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kern="1200" err="1"/>
            <a:t>Teaching</a:t>
          </a:r>
          <a:r>
            <a:rPr lang="fr-FR" sz="1700" b="1" kern="1200"/>
            <a:t> </a:t>
          </a:r>
          <a:r>
            <a:rPr lang="fr-FR" sz="1700" b="1" kern="1200" err="1"/>
            <a:t>Experience</a:t>
          </a:r>
          <a:r>
            <a:rPr lang="fr-FR" sz="1700" b="1" kern="1200"/>
            <a:t>:</a:t>
          </a:r>
          <a:r>
            <a:rPr lang="fr-FR" sz="1700" kern="1200"/>
            <a:t> </a:t>
          </a:r>
          <a:r>
            <a:rPr lang="fr-FR" sz="1700" kern="1200" err="1"/>
            <a:t>Private</a:t>
          </a:r>
          <a:r>
            <a:rPr lang="fr-FR" sz="1700" kern="1200"/>
            <a:t> </a:t>
          </a:r>
          <a:r>
            <a:rPr lang="fr-FR" sz="1700" kern="1200" err="1"/>
            <a:t>tutoring</a:t>
          </a:r>
          <a:r>
            <a:rPr lang="fr-FR" sz="1700" kern="1200"/>
            <a:t> </a:t>
          </a:r>
          <a:r>
            <a:rPr lang="fr-FR" sz="1700" kern="1200" err="1"/>
            <a:t>confirmed</a:t>
          </a:r>
          <a:r>
            <a:rPr lang="fr-FR" sz="1700" kern="1200"/>
            <a:t> </a:t>
          </a:r>
          <a:r>
            <a:rPr lang="fr-FR" sz="1700" kern="1200" err="1"/>
            <a:t>my</a:t>
          </a:r>
          <a:r>
            <a:rPr lang="fr-FR" sz="1700" kern="1200"/>
            <a:t> interest in teaching</a:t>
          </a:r>
        </a:p>
      </dsp:txBody>
      <dsp:txXfrm>
        <a:off x="7154322" y="2142482"/>
        <a:ext cx="3148942" cy="13359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30AE-0210-4E82-AD7B-41B112D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11A6662E-FAF4-44BC-88B5-85A7CBFB6D30}" type="datetime1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1974-7DEC-459D-9642-CB5B59C8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>
                <a:solidFill>
                  <a:schemeClr val="tx1">
                    <a:alpha val="60000"/>
                  </a:schemeClr>
                </a:solidFill>
              </a:rPr>
              <a:t>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1837-C94E-4B5B-BCF0-110C69ED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608312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549208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990E-9F0A-446A-B5B8-459CA8D9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8EAA-4377-45FF-9D7C-9E77BC9F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FA71-74C3-44B8-A0AC-E18A1E76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683325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8695" y="1825625"/>
            <a:ext cx="556110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56110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878147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125"/>
            <a:ext cx="11274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256" y="1752600"/>
            <a:ext cx="5532319" cy="82391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256" y="2666999"/>
            <a:ext cx="5532319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561106" cy="82391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561106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486673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2D5F-0BD4-4517-9233-E08AF405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1274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523B8-51E3-48B8-BFD8-CE950619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8693" y="6416675"/>
            <a:ext cx="2921715" cy="365125"/>
          </a:xfrm>
        </p:spPr>
        <p:txBody>
          <a:bodyPr/>
          <a:lstStyle/>
          <a:p>
            <a:fld id="{3AB41CFF-90C9-47B3-9DA1-F2BF8D839F7E}" type="datetime1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9B90-5D50-4424-B51D-53C39162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F9286-3A00-4D3C-A3F0-50AC9045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71165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980728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58496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28357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BDD2-E186-4F25-8FDE-D1E875E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8CC5B-A7E0-48B1-8329-6533AC76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5B1B-77FE-4BFC-BF87-87DA989F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531E-1B90-4631-BD37-4BB1DBFA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55E8-88DC-4280-8E04-FF50FF8E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02556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0633D-90E4-4F5A-9EBF-DDEC2B0B4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D3065-FA3D-42C8-BFDA-967C87F4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126F-38E2-4425-861F-98ED4322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45D8-F22A-4354-A8B3-96E8A2D2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2295-A616-4D57-8800-7B7E213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983237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425450"/>
            <a:ext cx="1127461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694" y="1949450"/>
            <a:ext cx="11274612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8694" y="64166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166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>
                <a:solidFill>
                  <a:schemeClr val="tx1">
                    <a:alpha val="60000"/>
                  </a:schemeClr>
                </a:solidFill>
              </a:rPr>
              <a:t>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90106" y="64166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‹N°›</a:t>
            </a:fld>
            <a:endParaRPr lang="en-US"/>
          </a:p>
        </p:txBody>
      </p:sp>
      <p:pic>
        <p:nvPicPr>
          <p:cNvPr id="14" name="Picture 13" descr="A picture containing sitting&#10;&#10;Description automatically generated">
            <a:extLst>
              <a:ext uri="{FF2B5EF4-FFF2-40B4-BE49-F238E27FC236}">
                <a16:creationId xmlns:a16="http://schemas.microsoft.com/office/drawing/2014/main" id="{BC526B7A-4801-4FD1-95C8-03AF22629E87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950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7" r:id="rId1"/>
    <p:sldLayoutId id="2147484148" r:id="rId2"/>
    <p:sldLayoutId id="2147484149" r:id="rId3"/>
    <p:sldLayoutId id="2147484150" r:id="rId4"/>
    <p:sldLayoutId id="2147484151" r:id="rId5"/>
    <p:sldLayoutId id="2147484152" r:id="rId6"/>
    <p:sldLayoutId id="2147484153" r:id="rId7"/>
    <p:sldLayoutId id="2147484154" r:id="rId8"/>
    <p:sldLayoutId id="2147484155" r:id="rId9"/>
    <p:sldLayoutId id="2147484156" r:id="rId10"/>
    <p:sldLayoutId id="2147484157" r:id="rId11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Rectangle 214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216" name="Picture 146">
            <a:extLst>
              <a:ext uri="{FF2B5EF4-FFF2-40B4-BE49-F238E27FC236}">
                <a16:creationId xmlns:a16="http://schemas.microsoft.com/office/drawing/2014/main" id="{BC526B7A-4801-4FD1-95C8-03AF22629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  <p:sp useBgFill="1">
        <p:nvSpPr>
          <p:cNvPr id="217" name="Rectangle 216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E8B2F707-EF35-4955-8439-F76145F3C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A905C581-3E86-4ADD-9EDD-5FA87B4612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376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1DC242-6901-7497-47BD-59CE61F855A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t="29684" r="-1" b="-1"/>
          <a:stretch>
            <a:fillRect/>
          </a:stretch>
        </p:blipFill>
        <p:spPr>
          <a:xfrm>
            <a:off x="20" y="10"/>
            <a:ext cx="12188932" cy="6856614"/>
          </a:xfrm>
          <a:prstGeom prst="rect">
            <a:avLst/>
          </a:prstGeom>
        </p:spPr>
      </p:pic>
      <p:grpSp>
        <p:nvGrpSpPr>
          <p:cNvPr id="220" name="Group 154">
            <a:extLst>
              <a:ext uri="{FF2B5EF4-FFF2-40B4-BE49-F238E27FC236}">
                <a16:creationId xmlns:a16="http://schemas.microsoft.com/office/drawing/2014/main" id="{A4672714-67D2-40D0-B961-A7438FE9C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4881" y="0"/>
            <a:ext cx="7724071" cy="6858000"/>
            <a:chOff x="4464881" y="0"/>
            <a:chExt cx="7724071" cy="6858000"/>
          </a:xfrm>
        </p:grpSpPr>
        <p:pic>
          <p:nvPicPr>
            <p:cNvPr id="156" name="Picture 155">
              <a:extLst>
                <a:ext uri="{FF2B5EF4-FFF2-40B4-BE49-F238E27FC236}">
                  <a16:creationId xmlns:a16="http://schemas.microsoft.com/office/drawing/2014/main" id="{A5A1C471-1402-4BD1-8617-F5D9B7EB1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221" name="Picture 156">
              <a:extLst>
                <a:ext uri="{FF2B5EF4-FFF2-40B4-BE49-F238E27FC236}">
                  <a16:creationId xmlns:a16="http://schemas.microsoft.com/office/drawing/2014/main" id="{6CCA9701-8B9C-4D7A-AE5B-DD505C9680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5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-404262" y="1712183"/>
            <a:ext cx="9752208" cy="8158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My Personal &amp; Professional Project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-2240" y="4191000"/>
            <a:ext cx="5897548" cy="311971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b="1" spc="50" dirty="0">
                <a:solidFill>
                  <a:srgbClr val="FFFFFF"/>
                </a:solidFill>
              </a:rPr>
              <a:t>Hassan EL SAHILY </a:t>
            </a:r>
            <a:endParaRPr lang="en-US" sz="1800" spc="50" dirty="0">
              <a:solidFill>
                <a:srgbClr val="FFFFFF"/>
              </a:solidFill>
            </a:endParaRPr>
          </a:p>
          <a:p>
            <a:r>
              <a:rPr lang="en-US" sz="1800" b="1" spc="50">
                <a:solidFill>
                  <a:srgbClr val="FFFFFF"/>
                </a:solidFill>
              </a:rPr>
              <a:t>M1 </a:t>
            </a:r>
            <a:r>
              <a:rPr lang="en-US" sz="1800" spc="50">
                <a:solidFill>
                  <a:srgbClr val="FFFFFF"/>
                </a:solidFill>
              </a:rPr>
              <a:t>Architecture, Systems &amp; Networks – ENSEEIHT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800" b="1" spc="50">
              <a:solidFill>
                <a:srgbClr val="FFFFFF"/>
              </a:solidFill>
              <a:ea typeface="+mn-lt"/>
              <a:cs typeface="+mn-lt"/>
            </a:endParaRPr>
          </a:p>
          <a:p>
            <a:r>
              <a:rPr lang="en-US" sz="1800" b="1" spc="50">
                <a:solidFill>
                  <a:srgbClr val="FFFFFF"/>
                </a:solidFill>
                <a:ea typeface="+mn-lt"/>
                <a:cs typeface="+mn-lt"/>
              </a:rPr>
              <a:t>Professional Objective:</a:t>
            </a:r>
          </a:p>
          <a:p>
            <a:r>
              <a:rPr lang="en-US" sz="1800" spc="50" dirty="0">
                <a:solidFill>
                  <a:srgbClr val="FFFFFF"/>
                </a:solidFill>
                <a:ea typeface="+mn-lt"/>
                <a:cs typeface="+mn-lt"/>
              </a:rPr>
              <a:t>PhD → Enseignant-Chercheur</a:t>
            </a:r>
            <a:br>
              <a:rPr lang="en-US" sz="1800" spc="50" dirty="0"/>
            </a:br>
            <a:br>
              <a:rPr lang="en-US" sz="1800" spc="50" dirty="0"/>
            </a:br>
            <a:endParaRPr lang="en-US" sz="1800" spc="50">
              <a:solidFill>
                <a:srgbClr val="FFFFFF"/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57AFA8C-A61C-98F9-27B0-7BEE0D4FB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z="2000" dirty="0" smtClean="0"/>
              <a:pPr/>
              <a:t>1</a:t>
            </a:fld>
            <a:endParaRPr lang="fr-FR" sz="2000">
              <a:solidFill>
                <a:srgbClr val="000000">
                  <a:alpha val="6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8219D1-5E07-BD17-621C-449BE1F1C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>
                <a:ea typeface="+mj-lt"/>
                <a:cs typeface="+mj-lt"/>
              </a:rPr>
              <a:t>MY PROFILE</a:t>
            </a:r>
            <a:endParaRPr lang="fr-FR">
              <a:cs typeface="Sabon Next LT"/>
            </a:endParaRP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C5141C70-04F4-B691-7922-9B910717D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256" y="1321906"/>
            <a:ext cx="5631711" cy="134295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endParaRPr lang="fr-FR" b="1" i="0">
              <a:ea typeface="+mn-lt"/>
              <a:cs typeface="+mn-lt"/>
            </a:endParaRPr>
          </a:p>
          <a:p>
            <a:pPr algn="ctr"/>
            <a:endParaRPr lang="fr-FR" b="1" i="0">
              <a:ea typeface="+mn-lt"/>
              <a:cs typeface="+mn-lt"/>
            </a:endParaRPr>
          </a:p>
          <a:p>
            <a:pPr algn="ctr"/>
            <a:r>
              <a:rPr lang="fr-FR" sz="1800" b="1" i="0">
                <a:ea typeface="+mn-lt"/>
                <a:cs typeface="+mn-lt"/>
              </a:rPr>
              <a:t>Academic Background</a:t>
            </a:r>
            <a:endParaRPr lang="fr-FR" sz="1800" b="1"/>
          </a:p>
          <a:p>
            <a:endParaRPr lang="fr-FR"/>
          </a:p>
        </p:txBody>
      </p:sp>
      <p:graphicFrame>
        <p:nvGraphicFramePr>
          <p:cNvPr id="11" name="Espace réservé du contenu 5">
            <a:extLst>
              <a:ext uri="{FF2B5EF4-FFF2-40B4-BE49-F238E27FC236}">
                <a16:creationId xmlns:a16="http://schemas.microsoft.com/office/drawing/2014/main" id="{BFDC38AA-2EFF-6319-88AD-3BC13D437544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465256" y="2666999"/>
          <a:ext cx="5532319" cy="35226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B9A46D93-2EC3-9935-CEDF-851B330C3F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16983" y="1465470"/>
            <a:ext cx="5616323" cy="1177302"/>
          </a:xfrm>
        </p:spPr>
        <p:txBody>
          <a:bodyPr>
            <a:normAutofit/>
          </a:bodyPr>
          <a:lstStyle/>
          <a:p>
            <a:pPr algn="ctr"/>
            <a:r>
              <a:rPr lang="fr-FR" sz="1800" b="1" i="0">
                <a:ea typeface="+mn-lt"/>
                <a:cs typeface="+mn-lt"/>
              </a:rPr>
              <a:t>Professional Background</a:t>
            </a:r>
            <a:endParaRPr lang="fr-FR" sz="1800"/>
          </a:p>
          <a:p>
            <a:endParaRPr lang="fr-FR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8F20AE77-1A47-C414-F76F-F7EC65257F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28027" y="2655956"/>
            <a:ext cx="5605279" cy="380979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fr-FR" sz="1800" dirty="0"/>
              <a:t>2 </a:t>
            </a:r>
            <a:r>
              <a:rPr lang="fr-FR" sz="1800" dirty="0" err="1"/>
              <a:t>professional</a:t>
            </a:r>
            <a:r>
              <a:rPr lang="fr-FR" sz="1800" dirty="0"/>
              <a:t> </a:t>
            </a:r>
            <a:r>
              <a:rPr lang="fr-FR" sz="1800" dirty="0" err="1"/>
              <a:t>internships</a:t>
            </a:r>
            <a:r>
              <a:rPr lang="fr-FR" sz="1800" dirty="0"/>
              <a:t> </a:t>
            </a:r>
            <a:r>
              <a:rPr lang="fr-FR" sz="1800" dirty="0" err="1"/>
              <a:t>done</a:t>
            </a:r>
            <a:r>
              <a:rPr lang="fr-FR" sz="1800" dirty="0"/>
              <a:t> :</a:t>
            </a:r>
            <a:endParaRPr lang="fr-FR" dirty="0"/>
          </a:p>
          <a:p>
            <a:pPr marL="0" indent="0" algn="ctr">
              <a:buNone/>
            </a:pPr>
            <a:r>
              <a:rPr lang="fr-FR" sz="1800" dirty="0"/>
              <a:t>One in a </a:t>
            </a:r>
            <a:r>
              <a:rPr lang="fr-FR" sz="1800" dirty="0" err="1"/>
              <a:t>company</a:t>
            </a:r>
            <a:r>
              <a:rPr lang="fr-FR" sz="1800" dirty="0"/>
              <a:t>, the </a:t>
            </a:r>
            <a:r>
              <a:rPr lang="fr-FR" sz="1800" dirty="0" err="1"/>
              <a:t>other</a:t>
            </a:r>
            <a:r>
              <a:rPr lang="fr-FR" sz="1800" dirty="0"/>
              <a:t> in a </a:t>
            </a:r>
            <a:r>
              <a:rPr lang="fr-FR" sz="1800" dirty="0" err="1"/>
              <a:t>lab</a:t>
            </a:r>
            <a:endParaRPr lang="fr-FR" sz="1800" dirty="0"/>
          </a:p>
          <a:p>
            <a:pPr algn="ctr"/>
            <a:endParaRPr lang="fr-FR" sz="1800"/>
          </a:p>
          <a:p>
            <a:pPr marL="0" indent="0" algn="ctr">
              <a:buNone/>
            </a:pPr>
            <a:r>
              <a:rPr lang="fr-FR" sz="1800" dirty="0"/>
              <a:t>Strong </a:t>
            </a:r>
            <a:r>
              <a:rPr lang="fr-FR" sz="1800" dirty="0" err="1">
                <a:ea typeface="+mn-lt"/>
                <a:cs typeface="+mn-lt"/>
              </a:rPr>
              <a:t>interest</a:t>
            </a:r>
            <a:r>
              <a:rPr lang="fr-FR" sz="1800" dirty="0"/>
              <a:t> </a:t>
            </a:r>
            <a:r>
              <a:rPr lang="fr-FR" sz="1800" dirty="0">
                <a:ea typeface="+mn-lt"/>
                <a:cs typeface="+mn-lt"/>
              </a:rPr>
              <a:t>in </a:t>
            </a:r>
            <a:r>
              <a:rPr lang="fr-FR" sz="1800" dirty="0" err="1">
                <a:ea typeface="+mn-lt"/>
                <a:cs typeface="+mn-lt"/>
              </a:rPr>
              <a:t>Research</a:t>
            </a:r>
            <a:r>
              <a:rPr lang="fr-FR" sz="1800" dirty="0">
                <a:ea typeface="+mn-lt"/>
                <a:cs typeface="+mn-lt"/>
              </a:rPr>
              <a:t> and </a:t>
            </a:r>
            <a:r>
              <a:rPr lang="fr-FR" sz="1800" dirty="0" err="1">
                <a:ea typeface="+mn-lt"/>
                <a:cs typeface="+mn-lt"/>
              </a:rPr>
              <a:t>Teaching</a:t>
            </a:r>
            <a:r>
              <a:rPr lang="fr-FR" sz="1800" dirty="0">
                <a:ea typeface="+mn-lt"/>
                <a:cs typeface="+mn-lt"/>
              </a:rPr>
              <a:t>/Education</a:t>
            </a:r>
            <a:endParaRPr lang="fr-FR" dirty="0"/>
          </a:p>
          <a:p>
            <a:pPr algn="ctr"/>
            <a:endParaRPr lang="fr-FR" sz="1800"/>
          </a:p>
          <a:p>
            <a:pPr marL="0" indent="0" algn="ctr">
              <a:buNone/>
            </a:pPr>
            <a:r>
              <a:rPr lang="fr-FR" sz="1800" dirty="0"/>
              <a:t>Civic engagement : Red Cross Lebanon </a:t>
            </a:r>
            <a:endParaRPr lang="fr-FR" dirty="0"/>
          </a:p>
          <a:p>
            <a:pPr marL="0" indent="0" algn="ctr">
              <a:buNone/>
            </a:pPr>
            <a:r>
              <a:rPr lang="fr-FR" sz="1800" dirty="0"/>
              <a:t>(</a:t>
            </a:r>
            <a:r>
              <a:rPr lang="fr-FR" sz="1800" dirty="0" err="1"/>
              <a:t>this</a:t>
            </a:r>
            <a:r>
              <a:rPr lang="fr-FR" sz="1800" dirty="0"/>
              <a:t> </a:t>
            </a:r>
            <a:r>
              <a:rPr lang="fr-FR" sz="1800" dirty="0" err="1"/>
              <a:t>summer</a:t>
            </a:r>
            <a:r>
              <a:rPr lang="fr-FR" sz="1800" dirty="0"/>
              <a:t>)</a:t>
            </a:r>
            <a:endParaRPr lang="fr-FR" dirty="0"/>
          </a:p>
          <a:p>
            <a:pPr marL="0" indent="0" algn="ctr">
              <a:buNone/>
            </a:pPr>
            <a:endParaRPr lang="fr-FR" sz="1800" dirty="0"/>
          </a:p>
          <a:p>
            <a:pPr algn="ctr">
              <a:buNone/>
            </a:pPr>
            <a:r>
              <a:rPr lang="fr-FR" sz="1800" dirty="0"/>
              <a:t>Exempt </a:t>
            </a:r>
            <a:r>
              <a:rPr lang="fr-FR" sz="1800" dirty="0" err="1"/>
              <a:t>from</a:t>
            </a:r>
            <a:r>
              <a:rPr lang="fr-FR" sz="1800" dirty="0"/>
              <a:t> international </a:t>
            </a:r>
            <a:r>
              <a:rPr lang="fr-FR" sz="1800" dirty="0" err="1"/>
              <a:t>mobility</a:t>
            </a:r>
            <a:endParaRPr lang="fr-FR" sz="1800" dirty="0"/>
          </a:p>
          <a:p>
            <a:pPr marL="0" indent="0" algn="ctr">
              <a:buNone/>
            </a:pPr>
            <a:endParaRPr lang="fr-FR" sz="1800" dirty="0"/>
          </a:p>
          <a:p>
            <a:pPr marL="0" indent="0" algn="ctr">
              <a:buNone/>
            </a:pPr>
            <a:endParaRPr lang="fr-FR" sz="1800"/>
          </a:p>
          <a:p>
            <a:pPr marL="0" indent="0" algn="ctr">
              <a:buNone/>
            </a:pPr>
            <a:endParaRPr lang="fr-FR" sz="1800"/>
          </a:p>
          <a:p>
            <a:pPr algn="ctr"/>
            <a:endParaRPr lang="fr-FR" sz="1800"/>
          </a:p>
          <a:p>
            <a:pPr algn="ctr"/>
            <a:endParaRPr lang="fr-FR" sz="1800"/>
          </a:p>
          <a:p>
            <a:endParaRPr lang="fr-FR" sz="160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9311DE3-7CF9-84C0-9B20-D9C7EC4FA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z="2000" dirty="0" smtClean="0"/>
              <a:t>2</a:t>
            </a:fld>
            <a:endParaRPr lang="fr-FR" sz="2000">
              <a:solidFill>
                <a:srgbClr val="000000">
                  <a:alpha val="6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8973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526B7A-4801-4FD1-95C8-03AF22629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D924463-4DB7-437D-85B1-7EE5042DE5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84E975-303E-47A8-B594-8B8635D99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FE09A4F-A15B-47D3-8D0C-5312542A28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0" y="0"/>
            <a:ext cx="7724071" cy="6858000"/>
            <a:chOff x="4464881" y="0"/>
            <a:chExt cx="7724071" cy="6858000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B050247-430F-4B46-AB4B-EF8831953A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73E69A1C-E919-43B0-BA1D-6599CABDF8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5619E882-12EA-4946-A93B-09E6EA137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276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CC401CE-31C5-2A03-A5FC-A16D53960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868" y="2079978"/>
            <a:ext cx="9067799" cy="26811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br>
              <a:rPr lang="en-US" sz="3600"/>
            </a:br>
            <a:r>
              <a:rPr lang="en-US" sz="3600"/>
              <a:t>How can I build a career that combines research and teaching in computer science, with a focus on systems and networks?</a:t>
            </a:r>
          </a:p>
          <a:p>
            <a:pPr algn="ctr">
              <a:lnSpc>
                <a:spcPct val="90000"/>
              </a:lnSpc>
            </a:pPr>
            <a:endParaRPr lang="en-US" sz="360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0A55B5C-F1E2-64B2-177A-61753F202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z="2000" dirty="0" smtClean="0"/>
              <a:t>3</a:t>
            </a:fld>
            <a:endParaRPr lang="fr-FR" sz="2000">
              <a:solidFill>
                <a:srgbClr val="000000">
                  <a:alpha val="6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9668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6932E6-5BA9-4C85-82EA-A307011BB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62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489F20A-BA18-7BC8-0682-9125BEBAA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/>
          </a:bodyPr>
          <a:lstStyle/>
          <a:p>
            <a:r>
              <a:rPr lang="fr-FR">
                <a:solidFill>
                  <a:srgbClr val="FFFFFF"/>
                </a:solidFill>
                <a:ea typeface="+mj-lt"/>
                <a:cs typeface="+mj-lt"/>
              </a:rPr>
              <a:t>Explored Career Paths</a:t>
            </a:r>
            <a:endParaRPr lang="fr-FR">
              <a:solidFill>
                <a:srgbClr val="FFFFFF"/>
              </a:solidFill>
              <a:cs typeface="Sabon Next LT"/>
            </a:endParaRP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EACA1A7E-4D5A-1934-899B-7413DC1993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6836775"/>
              </p:ext>
            </p:extLst>
          </p:nvPr>
        </p:nvGraphicFramePr>
        <p:xfrm>
          <a:off x="838200" y="2514600"/>
          <a:ext cx="10515600" cy="3662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" name="Espace réservé du numéro de diapositive 14">
            <a:extLst>
              <a:ext uri="{FF2B5EF4-FFF2-40B4-BE49-F238E27FC236}">
                <a16:creationId xmlns:a16="http://schemas.microsoft.com/office/drawing/2014/main" id="{BC753091-16F1-D1D2-94A4-4D554BB38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z="2000" dirty="0" smtClean="0"/>
              <a:t>4</a:t>
            </a:fld>
            <a:endParaRPr lang="fr-FR">
              <a:solidFill>
                <a:srgbClr val="000000">
                  <a:alpha val="6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7722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AD5B1F-3AA5-6D9F-C3DA-0F56D65EA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err="1">
                <a:ea typeface="+mj-lt"/>
                <a:cs typeface="+mj-lt"/>
              </a:rPr>
              <a:t>Concrete</a:t>
            </a:r>
            <a:r>
              <a:rPr lang="fr-FR">
                <a:ea typeface="+mj-lt"/>
                <a:cs typeface="+mj-lt"/>
              </a:rPr>
              <a:t> </a:t>
            </a:r>
            <a:r>
              <a:rPr lang="fr-FR" err="1">
                <a:ea typeface="+mj-lt"/>
                <a:cs typeface="+mj-lt"/>
              </a:rPr>
              <a:t>Experiences</a:t>
            </a:r>
            <a:endParaRPr lang="fr-FR" err="1">
              <a:cs typeface="Sabon Next LT"/>
            </a:endParaRPr>
          </a:p>
        </p:txBody>
      </p:sp>
      <p:graphicFrame>
        <p:nvGraphicFramePr>
          <p:cNvPr id="7" name="Espace réservé du contenu 2">
            <a:extLst>
              <a:ext uri="{FF2B5EF4-FFF2-40B4-BE49-F238E27FC236}">
                <a16:creationId xmlns:a16="http://schemas.microsoft.com/office/drawing/2014/main" id="{0EE6C35E-30CB-117E-32A2-A96972FDB9F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8694" y="1695450"/>
          <a:ext cx="11274612" cy="47258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42A23E4-766B-E6D9-A0F8-A131F75FC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z="2000" dirty="0" smtClean="0"/>
              <a:t>5</a:t>
            </a:fld>
            <a:endParaRPr lang="fr-FR" sz="2000">
              <a:solidFill>
                <a:srgbClr val="000000">
                  <a:alpha val="6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6694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6932E6-5BA9-4C85-82EA-A307011BB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62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BA8F813-45DA-D58C-DFF7-C222815E8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/>
          </a:bodyPr>
          <a:lstStyle/>
          <a:p>
            <a:r>
              <a:rPr lang="fr-FR">
                <a:solidFill>
                  <a:srgbClr val="FFFFFF"/>
                </a:solidFill>
                <a:ea typeface="+mj-lt"/>
                <a:cs typeface="+mj-lt"/>
              </a:rPr>
              <a:t>Validation &amp; Adjustments</a:t>
            </a:r>
            <a:endParaRPr lang="fr-FR">
              <a:solidFill>
                <a:srgbClr val="FFFFFF"/>
              </a:solidFill>
              <a:cs typeface="Sabon Next LT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6714619-E257-BF14-D385-D92AA4CA0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0106" y="6416675"/>
            <a:ext cx="2743200" cy="365125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fld id="{ED9D0522-33A0-4689-B86D-D49B8F2322A3}" type="slidenum">
              <a:rPr lang="en-US" sz="2000" dirty="0">
                <a:solidFill>
                  <a:srgbClr val="000000">
                    <a:alpha val="60000"/>
                  </a:srgbClr>
                </a:solidFill>
              </a:rPr>
              <a:t>6</a:t>
            </a:fld>
            <a:endParaRPr lang="fr-FR" sz="2000">
              <a:solidFill>
                <a:srgbClr val="000000">
                  <a:alpha val="60000"/>
                </a:srgbClr>
              </a:solidFill>
            </a:endParaRPr>
          </a:p>
        </p:txBody>
      </p:sp>
      <p:graphicFrame>
        <p:nvGraphicFramePr>
          <p:cNvPr id="7" name="Espace réservé du contenu 2">
            <a:extLst>
              <a:ext uri="{FF2B5EF4-FFF2-40B4-BE49-F238E27FC236}">
                <a16:creationId xmlns:a16="http://schemas.microsoft.com/office/drawing/2014/main" id="{6511F972-FF70-03FD-64B9-4B6655DE70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7982279"/>
              </p:ext>
            </p:extLst>
          </p:nvPr>
        </p:nvGraphicFramePr>
        <p:xfrm>
          <a:off x="838200" y="2514600"/>
          <a:ext cx="10515600" cy="3662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3647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022BEF-B427-6431-52D3-52C628D2E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>
                <a:ea typeface="+mj-lt"/>
                <a:cs typeface="+mj-lt"/>
              </a:rPr>
              <a:t>Roadmap &amp; Conclusion</a:t>
            </a:r>
            <a:endParaRPr lang="fr-FR">
              <a:cs typeface="Sabon Next LT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FF34FBF-A8DA-34B7-45EF-65496AC7A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fr-FR" b="1">
                <a:ea typeface="+mn-lt"/>
                <a:cs typeface="+mn-lt"/>
              </a:rPr>
              <a:t>Short </a:t>
            </a:r>
            <a:r>
              <a:rPr lang="fr-FR" b="1" err="1">
                <a:ea typeface="+mn-lt"/>
                <a:cs typeface="+mn-lt"/>
              </a:rPr>
              <a:t>Term</a:t>
            </a:r>
            <a:r>
              <a:rPr lang="fr-FR" b="1">
                <a:ea typeface="+mn-lt"/>
                <a:cs typeface="+mn-lt"/>
              </a:rPr>
              <a:t> : </a:t>
            </a:r>
            <a:endParaRPr lang="fr-FR">
              <a:ea typeface="+mn-lt"/>
              <a:cs typeface="+mn-lt"/>
            </a:endParaRP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fr-FR">
                <a:ea typeface="+mn-lt"/>
                <a:cs typeface="+mn-lt"/>
              </a:rPr>
              <a:t>M2 </a:t>
            </a:r>
            <a:r>
              <a:rPr lang="fr-FR" err="1">
                <a:ea typeface="+mn-lt"/>
                <a:cs typeface="+mn-lt"/>
              </a:rPr>
              <a:t>specialization</a:t>
            </a:r>
            <a:r>
              <a:rPr lang="fr-FR">
                <a:ea typeface="+mn-lt"/>
                <a:cs typeface="+mn-lt"/>
              </a:rPr>
              <a:t> (Infrastructure, Big Data &amp; IoT)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fr-FR">
                <a:ea typeface="+mn-lt"/>
                <a:cs typeface="+mn-lt"/>
              </a:rPr>
              <a:t>+ Master recherche – REOC : Réseaux Embarqués et Objets Connectés 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fr-FR">
                <a:ea typeface="+mn-lt"/>
                <a:cs typeface="+mn-lt"/>
              </a:rPr>
              <a:t> </a:t>
            </a:r>
            <a:r>
              <a:rPr lang="fr-FR" err="1">
                <a:ea typeface="+mn-lt"/>
                <a:cs typeface="+mn-lt"/>
              </a:rPr>
              <a:t>Laboratory</a:t>
            </a:r>
            <a:r>
              <a:rPr lang="fr-FR">
                <a:ea typeface="+mn-lt"/>
                <a:cs typeface="+mn-lt"/>
              </a:rPr>
              <a:t> </a:t>
            </a:r>
            <a:r>
              <a:rPr lang="fr-FR" err="1">
                <a:ea typeface="+mn-lt"/>
                <a:cs typeface="+mn-lt"/>
              </a:rPr>
              <a:t>internship</a:t>
            </a:r>
            <a:r>
              <a:rPr lang="fr-FR">
                <a:ea typeface="+mn-lt"/>
                <a:cs typeface="+mn-lt"/>
              </a:rPr>
              <a:t> in S10</a:t>
            </a:r>
            <a:endParaRPr lang="fr-FR"/>
          </a:p>
          <a:p>
            <a:pPr lvl="1">
              <a:buFont typeface="Courier New,monospace" panose="020B0604020202020204" pitchFamily="34" charset="0"/>
              <a:buChar char="o"/>
            </a:pPr>
            <a:endParaRPr lang="fr-FR">
              <a:ea typeface="+mn-lt"/>
              <a:cs typeface="+mn-lt"/>
            </a:endParaRPr>
          </a:p>
          <a:p>
            <a:r>
              <a:rPr lang="fr-FR" b="1" err="1">
                <a:ea typeface="+mn-lt"/>
                <a:cs typeface="+mn-lt"/>
              </a:rPr>
              <a:t>Mid</a:t>
            </a:r>
            <a:r>
              <a:rPr lang="fr-FR" b="1">
                <a:ea typeface="+mn-lt"/>
                <a:cs typeface="+mn-lt"/>
              </a:rPr>
              <a:t> </a:t>
            </a:r>
            <a:r>
              <a:rPr lang="fr-FR" b="1" err="1">
                <a:ea typeface="+mn-lt"/>
                <a:cs typeface="+mn-lt"/>
              </a:rPr>
              <a:t>Term</a:t>
            </a:r>
            <a:r>
              <a:rPr lang="fr-FR" b="1">
                <a:ea typeface="+mn-lt"/>
                <a:cs typeface="+mn-lt"/>
              </a:rPr>
              <a:t> : </a:t>
            </a:r>
            <a:r>
              <a:rPr lang="fr-FR">
                <a:ea typeface="+mn-lt"/>
                <a:cs typeface="+mn-lt"/>
              </a:rPr>
              <a:t>PhD in computer science (</a:t>
            </a:r>
            <a:r>
              <a:rPr lang="fr-FR" err="1">
                <a:ea typeface="+mn-lt"/>
                <a:cs typeface="+mn-lt"/>
              </a:rPr>
              <a:t>systems</a:t>
            </a:r>
            <a:r>
              <a:rPr lang="fr-FR">
                <a:ea typeface="+mn-lt"/>
                <a:cs typeface="+mn-lt"/>
              </a:rPr>
              <a:t> &amp; networks)</a:t>
            </a:r>
            <a:endParaRPr lang="fr-FR" b="1">
              <a:ea typeface="+mn-lt"/>
              <a:cs typeface="+mn-lt"/>
            </a:endParaRPr>
          </a:p>
          <a:p>
            <a:endParaRPr lang="fr-FR">
              <a:ea typeface="+mn-lt"/>
              <a:cs typeface="+mn-lt"/>
            </a:endParaRPr>
          </a:p>
          <a:p>
            <a:r>
              <a:rPr lang="fr-FR" b="1">
                <a:ea typeface="+mn-lt"/>
                <a:cs typeface="+mn-lt"/>
              </a:rPr>
              <a:t>Long </a:t>
            </a:r>
            <a:r>
              <a:rPr lang="fr-FR" b="1" err="1">
                <a:ea typeface="+mn-lt"/>
                <a:cs typeface="+mn-lt"/>
              </a:rPr>
              <a:t>Term</a:t>
            </a:r>
            <a:r>
              <a:rPr lang="fr-FR" b="1">
                <a:ea typeface="+mn-lt"/>
                <a:cs typeface="+mn-lt"/>
              </a:rPr>
              <a:t> : </a:t>
            </a:r>
            <a:r>
              <a:rPr lang="fr-FR" err="1">
                <a:ea typeface="+mn-lt"/>
                <a:cs typeface="+mn-lt"/>
              </a:rPr>
              <a:t>Lecturer-Researcher</a:t>
            </a:r>
            <a:r>
              <a:rPr lang="fr-FR">
                <a:ea typeface="+mn-lt"/>
                <a:cs typeface="+mn-lt"/>
              </a:rPr>
              <a:t> (Enseignant-Chercheur)</a:t>
            </a:r>
          </a:p>
          <a:p>
            <a:endParaRPr lang="fr-FR">
              <a:ea typeface="+mn-lt"/>
              <a:cs typeface="+mn-lt"/>
            </a:endParaRPr>
          </a:p>
          <a:p>
            <a:endParaRPr lang="fr-FR" b="1">
              <a:ea typeface="+mn-lt"/>
              <a:cs typeface="+mn-lt"/>
            </a:endParaRPr>
          </a:p>
          <a:p>
            <a:endParaRPr lang="fr-FR">
              <a:ea typeface="+mn-lt"/>
              <a:cs typeface="+mn-lt"/>
            </a:endParaRPr>
          </a:p>
          <a:p>
            <a:endParaRPr lang="fr-FR">
              <a:ea typeface="+mn-lt"/>
              <a:cs typeface="+mn-lt"/>
            </a:endParaRPr>
          </a:p>
          <a:p>
            <a:endParaRPr lang="fr-FR" b="1">
              <a:ea typeface="+mn-lt"/>
              <a:cs typeface="+mn-lt"/>
            </a:endParaRPr>
          </a:p>
          <a:p>
            <a:endParaRPr lang="fr-FR" b="1">
              <a:ea typeface="+mn-lt"/>
              <a:cs typeface="+mn-lt"/>
            </a:endParaRPr>
          </a:p>
          <a:p>
            <a:pPr marL="0" indent="0">
              <a:buNone/>
            </a:pPr>
            <a:endParaRPr lang="fr-FR" b="1">
              <a:ea typeface="+mn-lt"/>
              <a:cs typeface="+mn-lt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2D91515-43B7-3882-86F8-23E612322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z="2000" dirty="0" smtClean="0"/>
              <a:t>7</a:t>
            </a:fld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719557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AC2BF7-A5F3-64E2-8B4C-B088FADE7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err="1">
                <a:cs typeface="Sabon Next LT"/>
              </a:rPr>
              <a:t>References</a:t>
            </a:r>
            <a:endParaRPr lang="fr-FR" err="1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FC3713-F849-E8D3-D509-2D4AE1FF1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988" y="1714127"/>
            <a:ext cx="11274612" cy="44310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err="1">
                <a:ea typeface="+mn-lt"/>
                <a:cs typeface="+mn-lt"/>
              </a:rPr>
              <a:t>Personal</a:t>
            </a:r>
            <a:r>
              <a:rPr lang="fr-FR">
                <a:ea typeface="+mn-lt"/>
                <a:cs typeface="+mn-lt"/>
              </a:rPr>
              <a:t> interview </a:t>
            </a:r>
            <a:r>
              <a:rPr lang="fr-FR" err="1">
                <a:ea typeface="+mn-lt"/>
                <a:cs typeface="+mn-lt"/>
              </a:rPr>
              <a:t>with</a:t>
            </a:r>
            <a:r>
              <a:rPr lang="fr-FR">
                <a:ea typeface="+mn-lt"/>
                <a:cs typeface="+mn-lt"/>
              </a:rPr>
              <a:t> Dr. F. </a:t>
            </a:r>
            <a:r>
              <a:rPr lang="fr-FR" err="1">
                <a:ea typeface="+mn-lt"/>
                <a:cs typeface="+mn-lt"/>
              </a:rPr>
              <a:t>Theoleyre</a:t>
            </a:r>
            <a:r>
              <a:rPr lang="fr-FR">
                <a:ea typeface="+mn-lt"/>
                <a:cs typeface="+mn-lt"/>
              </a:rPr>
              <a:t>, Directeur de Recherche CNRS, </a:t>
            </a:r>
            <a:r>
              <a:rPr lang="fr-FR" err="1">
                <a:ea typeface="+mn-lt"/>
                <a:cs typeface="+mn-lt"/>
              </a:rPr>
              <a:t>University</a:t>
            </a:r>
            <a:r>
              <a:rPr lang="fr-FR">
                <a:ea typeface="+mn-lt"/>
                <a:cs typeface="+mn-lt"/>
              </a:rPr>
              <a:t> of Strasbourg, juillet 2025.</a:t>
            </a:r>
            <a:endParaRPr lang="fr-FR"/>
          </a:p>
          <a:p>
            <a:r>
              <a:rPr lang="fr-FR" err="1"/>
              <a:t>Personal</a:t>
            </a:r>
            <a:r>
              <a:rPr lang="fr-FR"/>
              <a:t> interview </a:t>
            </a:r>
            <a:r>
              <a:rPr lang="fr-FR" err="1"/>
              <a:t>with</a:t>
            </a:r>
            <a:r>
              <a:rPr lang="fr-FR"/>
              <a:t> Dr. P. David, </a:t>
            </a:r>
            <a:r>
              <a:rPr lang="fr-FR">
                <a:ea typeface="+mn-lt"/>
                <a:cs typeface="+mn-lt"/>
              </a:rPr>
              <a:t>Maître de conférence</a:t>
            </a:r>
            <a:r>
              <a:rPr lang="fr-FR"/>
              <a:t>, </a:t>
            </a:r>
            <a:r>
              <a:rPr lang="fr-FR" err="1"/>
              <a:t>University</a:t>
            </a:r>
            <a:r>
              <a:rPr lang="fr-FR"/>
              <a:t> of Strasbourg, novembre 2025.</a:t>
            </a:r>
          </a:p>
          <a:p>
            <a:r>
              <a:rPr lang="fr-FR" err="1">
                <a:ea typeface="+mn-lt"/>
                <a:cs typeface="+mn-lt"/>
              </a:rPr>
              <a:t>Personal</a:t>
            </a:r>
            <a:r>
              <a:rPr lang="fr-FR">
                <a:ea typeface="+mn-lt"/>
                <a:cs typeface="+mn-lt"/>
              </a:rPr>
              <a:t> interview </a:t>
            </a:r>
            <a:r>
              <a:rPr lang="fr-FR" err="1">
                <a:ea typeface="+mn-lt"/>
                <a:cs typeface="+mn-lt"/>
              </a:rPr>
              <a:t>with</a:t>
            </a:r>
            <a:r>
              <a:rPr lang="fr-FR">
                <a:ea typeface="+mn-lt"/>
                <a:cs typeface="+mn-lt"/>
              </a:rPr>
              <a:t> </a:t>
            </a:r>
            <a:r>
              <a:rPr lang="fr-FR" err="1">
                <a:ea typeface="+mn-lt"/>
                <a:cs typeface="+mn-lt"/>
              </a:rPr>
              <a:t>G.</a:t>
            </a:r>
            <a:r>
              <a:rPr lang="fr-FR" err="1">
                <a:ea typeface="Roboto"/>
                <a:cs typeface="Roboto"/>
              </a:rPr>
              <a:t>Eid</a:t>
            </a:r>
            <a:r>
              <a:rPr lang="fr-FR">
                <a:ea typeface="+mn-lt"/>
                <a:cs typeface="+mn-lt"/>
              </a:rPr>
              <a:t>, CEO at GMIV, novembre 2025.</a:t>
            </a:r>
          </a:p>
          <a:p>
            <a:r>
              <a:rPr lang="fr-FR">
                <a:ea typeface="+mn-lt"/>
                <a:cs typeface="+mn-lt"/>
              </a:rPr>
              <a:t>Faste, R. (1980s). Design </a:t>
            </a:r>
            <a:r>
              <a:rPr lang="fr-FR" err="1">
                <a:ea typeface="+mn-lt"/>
                <a:cs typeface="+mn-lt"/>
              </a:rPr>
              <a:t>thinking</a:t>
            </a:r>
            <a:r>
              <a:rPr lang="fr-FR">
                <a:ea typeface="+mn-lt"/>
                <a:cs typeface="+mn-lt"/>
              </a:rPr>
              <a:t> </a:t>
            </a:r>
            <a:r>
              <a:rPr lang="fr-FR" err="1">
                <a:ea typeface="+mn-lt"/>
                <a:cs typeface="+mn-lt"/>
              </a:rPr>
              <a:t>method</a:t>
            </a:r>
            <a:r>
              <a:rPr lang="fr-FR">
                <a:ea typeface="+mn-lt"/>
                <a:cs typeface="+mn-lt"/>
              </a:rPr>
              <a:t>. Stanford   </a:t>
            </a:r>
            <a:r>
              <a:rPr lang="fr-FR" err="1">
                <a:ea typeface="+mn-lt"/>
                <a:cs typeface="+mn-lt"/>
              </a:rPr>
              <a:t>University</a:t>
            </a:r>
            <a:r>
              <a:rPr lang="fr-FR">
                <a:ea typeface="+mn-lt"/>
                <a:cs typeface="+mn-lt"/>
              </a:rPr>
              <a:t>. </a:t>
            </a:r>
            <a:r>
              <a:rPr lang="fr-FR" err="1">
                <a:ea typeface="+mn-lt"/>
                <a:cs typeface="+mn-lt"/>
              </a:rPr>
              <a:t>Referenced</a:t>
            </a:r>
            <a:r>
              <a:rPr lang="fr-FR">
                <a:ea typeface="+mn-lt"/>
                <a:cs typeface="+mn-lt"/>
              </a:rPr>
              <a:t> in course </a:t>
            </a:r>
            <a:r>
              <a:rPr lang="fr-FR" err="1">
                <a:ea typeface="+mn-lt"/>
                <a:cs typeface="+mn-lt"/>
              </a:rPr>
              <a:t>materials</a:t>
            </a:r>
            <a:r>
              <a:rPr lang="fr-FR">
                <a:ea typeface="+mn-lt"/>
                <a:cs typeface="+mn-lt"/>
              </a:rPr>
              <a:t>.</a:t>
            </a:r>
            <a:endParaRPr lang="fr-FR"/>
          </a:p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656F573-4313-5DC9-F7FD-83F41D8A0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z="2000" dirty="0" smtClean="0"/>
              <a:t>8</a:t>
            </a:fld>
            <a:endParaRPr lang="en-US" sz="2000">
              <a:solidFill>
                <a:srgbClr val="000000">
                  <a:alpha val="6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4623416"/>
      </p:ext>
    </p:extLst>
  </p:cSld>
  <p:clrMapOvr>
    <a:masterClrMapping/>
  </p:clrMapOvr>
</p:sld>
</file>

<file path=ppt/theme/theme1.xml><?xml version="1.0" encoding="utf-8"?>
<a:theme xmlns:a="http://schemas.openxmlformats.org/drawingml/2006/main" name="DappledVTI">
  <a:themeElements>
    <a:clrScheme name="Custom 81">
      <a:dk1>
        <a:sysClr val="windowText" lastClr="000000"/>
      </a:dk1>
      <a:lt1>
        <a:sysClr val="window" lastClr="FFFFFF"/>
      </a:lt1>
      <a:dk2>
        <a:srgbClr val="21363B"/>
      </a:dk2>
      <a:lt2>
        <a:srgbClr val="F4F2F0"/>
      </a:lt2>
      <a:accent1>
        <a:srgbClr val="758468"/>
      </a:accent1>
      <a:accent2>
        <a:srgbClr val="B5A7AC"/>
      </a:accent2>
      <a:accent3>
        <a:srgbClr val="CC9C6F"/>
      </a:accent3>
      <a:accent4>
        <a:srgbClr val="767640"/>
      </a:accent4>
      <a:accent5>
        <a:srgbClr val="A5B295"/>
      </a:accent5>
      <a:accent6>
        <a:srgbClr val="C19DA7"/>
      </a:accent6>
      <a:hlink>
        <a:srgbClr val="D13D6E"/>
      </a:hlink>
      <a:folHlink>
        <a:srgbClr val="6C9D92"/>
      </a:folHlink>
    </a:clrScheme>
    <a:fontScheme name="Custom 67">
      <a:majorFont>
        <a:latin typeface="Sabon Next L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ppledVTI" id="{204FEFAB-F02B-4FE8-B509-C50A618B972D}" vid="{7EAEADA8-5A8E-45B2-B0E4-448EC7E7A94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Grand écran</PresentationFormat>
  <Slides>8</Slides>
  <Notes>0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DappledVTI</vt:lpstr>
      <vt:lpstr>My Personal &amp; Professional Project</vt:lpstr>
      <vt:lpstr>MY PROFILE</vt:lpstr>
      <vt:lpstr> How can I build a career that combines research and teaching in computer science, with a focus on systems and networks? </vt:lpstr>
      <vt:lpstr>Explored Career Paths</vt:lpstr>
      <vt:lpstr>Concrete Experiences</vt:lpstr>
      <vt:lpstr>Validation &amp; Adjustments</vt:lpstr>
      <vt:lpstr>Roadmap &amp; 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31</cp:revision>
  <dcterms:created xsi:type="dcterms:W3CDTF">2012-07-30T22:21:58Z</dcterms:created>
  <dcterms:modified xsi:type="dcterms:W3CDTF">2026-01-04T19:26:59Z</dcterms:modified>
</cp:coreProperties>
</file>